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8595F5-0EB1-4D5B-95C0-C8D895760D55}" v="3" dt="2025-04-28T13:18:53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0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ro M Machado" userId="d82476bb6fadd58c" providerId="LiveId" clId="{A08595F5-0EB1-4D5B-95C0-C8D895760D55}"/>
    <pc:docChg chg="undo custSel addSld modSld">
      <pc:chgData name="Leandro M Machado" userId="d82476bb6fadd58c" providerId="LiveId" clId="{A08595F5-0EB1-4D5B-95C0-C8D895760D55}" dt="2025-04-29T18:35:32.727" v="674" actId="20577"/>
      <pc:docMkLst>
        <pc:docMk/>
      </pc:docMkLst>
      <pc:sldChg chg="modSp mod">
        <pc:chgData name="Leandro M Machado" userId="d82476bb6fadd58c" providerId="LiveId" clId="{A08595F5-0EB1-4D5B-95C0-C8D895760D55}" dt="2025-04-28T13:15:02.819" v="66" actId="20577"/>
        <pc:sldMkLst>
          <pc:docMk/>
          <pc:sldMk cId="2961902667" sldId="256"/>
        </pc:sldMkLst>
        <pc:spChg chg="mod">
          <ac:chgData name="Leandro M Machado" userId="d82476bb6fadd58c" providerId="LiveId" clId="{A08595F5-0EB1-4D5B-95C0-C8D895760D55}" dt="2025-04-28T13:14:15.927" v="22" actId="20577"/>
          <ac:spMkLst>
            <pc:docMk/>
            <pc:sldMk cId="2961902667" sldId="256"/>
            <ac:spMk id="2" creationId="{D7BCA535-481D-BB15-7C64-9C53667590F4}"/>
          </ac:spMkLst>
        </pc:spChg>
        <pc:spChg chg="mod">
          <ac:chgData name="Leandro M Machado" userId="d82476bb6fadd58c" providerId="LiveId" clId="{A08595F5-0EB1-4D5B-95C0-C8D895760D55}" dt="2025-04-28T13:15:02.819" v="66" actId="20577"/>
          <ac:spMkLst>
            <pc:docMk/>
            <pc:sldMk cId="2961902667" sldId="256"/>
            <ac:spMk id="3" creationId="{0850FF7B-13A3-1F0D-4818-687D85E4967E}"/>
          </ac:spMkLst>
        </pc:spChg>
      </pc:sldChg>
      <pc:sldChg chg="addSp delSp modSp new mod">
        <pc:chgData name="Leandro M Machado" userId="d82476bb6fadd58c" providerId="LiveId" clId="{A08595F5-0EB1-4D5B-95C0-C8D895760D55}" dt="2025-04-28T13:25:29.426" v="511" actId="1076"/>
        <pc:sldMkLst>
          <pc:docMk/>
          <pc:sldMk cId="2622536892" sldId="257"/>
        </pc:sldMkLst>
        <pc:spChg chg="mod">
          <ac:chgData name="Leandro M Machado" userId="d82476bb6fadd58c" providerId="LiveId" clId="{A08595F5-0EB1-4D5B-95C0-C8D895760D55}" dt="2025-04-28T13:25:26.182" v="510" actId="20577"/>
          <ac:spMkLst>
            <pc:docMk/>
            <pc:sldMk cId="2622536892" sldId="257"/>
            <ac:spMk id="2" creationId="{89B1D8A2-441C-0F9B-5975-A45EFEF2E984}"/>
          </ac:spMkLst>
        </pc:spChg>
        <pc:spChg chg="del mod">
          <ac:chgData name="Leandro M Machado" userId="d82476bb6fadd58c" providerId="LiveId" clId="{A08595F5-0EB1-4D5B-95C0-C8D895760D55}" dt="2025-04-28T13:17:58.556" v="74" actId="478"/>
          <ac:spMkLst>
            <pc:docMk/>
            <pc:sldMk cId="2622536892" sldId="257"/>
            <ac:spMk id="3" creationId="{BDE04518-796C-0630-7DAF-4CE887F59785}"/>
          </ac:spMkLst>
        </pc:spChg>
        <pc:spChg chg="add del">
          <ac:chgData name="Leandro M Machado" userId="d82476bb6fadd58c" providerId="LiveId" clId="{A08595F5-0EB1-4D5B-95C0-C8D895760D55}" dt="2025-04-28T13:18:07.974" v="76" actId="478"/>
          <ac:spMkLst>
            <pc:docMk/>
            <pc:sldMk cId="2622536892" sldId="257"/>
            <ac:spMk id="6" creationId="{00416F22-97DD-1C7B-5C65-0BD04A32D59C}"/>
          </ac:spMkLst>
        </pc:spChg>
        <pc:spChg chg="add mod">
          <ac:chgData name="Leandro M Machado" userId="d82476bb6fadd58c" providerId="LiveId" clId="{A08595F5-0EB1-4D5B-95C0-C8D895760D55}" dt="2025-04-28T13:22:04.700" v="449" actId="1076"/>
          <ac:spMkLst>
            <pc:docMk/>
            <pc:sldMk cId="2622536892" sldId="257"/>
            <ac:spMk id="7" creationId="{84C62639-88C4-964E-34D9-EB8462FA4E9A}"/>
          </ac:spMkLst>
        </pc:spChg>
        <pc:spChg chg="add mod">
          <ac:chgData name="Leandro M Machado" userId="d82476bb6fadd58c" providerId="LiveId" clId="{A08595F5-0EB1-4D5B-95C0-C8D895760D55}" dt="2025-04-28T13:22:04.700" v="449" actId="1076"/>
          <ac:spMkLst>
            <pc:docMk/>
            <pc:sldMk cId="2622536892" sldId="257"/>
            <ac:spMk id="8" creationId="{D5778F8C-91F4-4656-D1A8-D78178DBB6AF}"/>
          </ac:spMkLst>
        </pc:spChg>
        <pc:spChg chg="add mod">
          <ac:chgData name="Leandro M Machado" userId="d82476bb6fadd58c" providerId="LiveId" clId="{A08595F5-0EB1-4D5B-95C0-C8D895760D55}" dt="2025-04-28T13:22:04.700" v="449" actId="1076"/>
          <ac:spMkLst>
            <pc:docMk/>
            <pc:sldMk cId="2622536892" sldId="257"/>
            <ac:spMk id="9" creationId="{E60ABE54-97B5-D1F7-9E7B-36F29427B7D6}"/>
          </ac:spMkLst>
        </pc:spChg>
        <pc:spChg chg="add mod">
          <ac:chgData name="Leandro M Machado" userId="d82476bb6fadd58c" providerId="LiveId" clId="{A08595F5-0EB1-4D5B-95C0-C8D895760D55}" dt="2025-04-28T13:22:04.700" v="449" actId="1076"/>
          <ac:spMkLst>
            <pc:docMk/>
            <pc:sldMk cId="2622536892" sldId="257"/>
            <ac:spMk id="10" creationId="{9B7564ED-F9CC-C3D3-9B91-BA1E3238F1DD}"/>
          </ac:spMkLst>
        </pc:spChg>
        <pc:spChg chg="add mod">
          <ac:chgData name="Leandro M Machado" userId="d82476bb6fadd58c" providerId="LiveId" clId="{A08595F5-0EB1-4D5B-95C0-C8D895760D55}" dt="2025-04-28T13:22:04.700" v="449" actId="1076"/>
          <ac:spMkLst>
            <pc:docMk/>
            <pc:sldMk cId="2622536892" sldId="257"/>
            <ac:spMk id="11" creationId="{656BB17F-55C7-A8F1-B3D4-0CF24600F3D0}"/>
          </ac:spMkLst>
        </pc:spChg>
        <pc:spChg chg="add mod">
          <ac:chgData name="Leandro M Machado" userId="d82476bb6fadd58c" providerId="LiveId" clId="{A08595F5-0EB1-4D5B-95C0-C8D895760D55}" dt="2025-04-28T13:25:10.030" v="467" actId="1076"/>
          <ac:spMkLst>
            <pc:docMk/>
            <pc:sldMk cId="2622536892" sldId="257"/>
            <ac:spMk id="15" creationId="{CA3A181D-48BF-8C7F-ECDC-3235A760C9BA}"/>
          </ac:spMkLst>
        </pc:spChg>
        <pc:picChg chg="add del mod">
          <ac:chgData name="Leandro M Machado" userId="d82476bb6fadd58c" providerId="LiveId" clId="{A08595F5-0EB1-4D5B-95C0-C8D895760D55}" dt="2025-04-28T13:21:03.299" v="445" actId="478"/>
          <ac:picMkLst>
            <pc:docMk/>
            <pc:sldMk cId="2622536892" sldId="257"/>
            <ac:picMk id="5" creationId="{5DB46876-EABE-7BA0-A046-57C75D033679}"/>
          </ac:picMkLst>
        </pc:picChg>
        <pc:picChg chg="add mod">
          <ac:chgData name="Leandro M Machado" userId="d82476bb6fadd58c" providerId="LiveId" clId="{A08595F5-0EB1-4D5B-95C0-C8D895760D55}" dt="2025-04-28T13:25:29.426" v="511" actId="1076"/>
          <ac:picMkLst>
            <pc:docMk/>
            <pc:sldMk cId="2622536892" sldId="257"/>
            <ac:picMk id="13" creationId="{196594EF-3B0D-6AD5-9637-49589BAE60A8}"/>
          </ac:picMkLst>
        </pc:picChg>
      </pc:sldChg>
      <pc:sldChg chg="addSp delSp modSp new mod">
        <pc:chgData name="Leandro M Machado" userId="d82476bb6fadd58c" providerId="LiveId" clId="{A08595F5-0EB1-4D5B-95C0-C8D895760D55}" dt="2025-04-28T15:26:39.943" v="663" actId="20577"/>
        <pc:sldMkLst>
          <pc:docMk/>
          <pc:sldMk cId="2790638146" sldId="258"/>
        </pc:sldMkLst>
        <pc:spChg chg="mod">
          <ac:chgData name="Leandro M Machado" userId="d82476bb6fadd58c" providerId="LiveId" clId="{A08595F5-0EB1-4D5B-95C0-C8D895760D55}" dt="2025-04-28T15:26:39.943" v="663" actId="20577"/>
          <ac:spMkLst>
            <pc:docMk/>
            <pc:sldMk cId="2790638146" sldId="258"/>
            <ac:spMk id="2" creationId="{7B44E5B9-73CC-B81F-23AB-B1172F3EB868}"/>
          </ac:spMkLst>
        </pc:spChg>
        <pc:spChg chg="del mod">
          <ac:chgData name="Leandro M Machado" userId="d82476bb6fadd58c" providerId="LiveId" clId="{A08595F5-0EB1-4D5B-95C0-C8D895760D55}" dt="2025-04-28T13:24:09.091" v="455" actId="22"/>
          <ac:spMkLst>
            <pc:docMk/>
            <pc:sldMk cId="2790638146" sldId="258"/>
            <ac:spMk id="3" creationId="{DEB0CE09-B45B-9F0A-5D01-CA21B42087C1}"/>
          </ac:spMkLst>
        </pc:spChg>
        <pc:spChg chg="add del mod">
          <ac:chgData name="Leandro M Machado" userId="d82476bb6fadd58c" providerId="LiveId" clId="{A08595F5-0EB1-4D5B-95C0-C8D895760D55}" dt="2025-04-28T13:50:41.463" v="648" actId="22"/>
          <ac:spMkLst>
            <pc:docMk/>
            <pc:sldMk cId="2790638146" sldId="258"/>
            <ac:spMk id="9" creationId="{E0FF11B6-7AF2-A553-C217-33D90B102E4D}"/>
          </ac:spMkLst>
        </pc:spChg>
        <pc:picChg chg="add del mod ord">
          <ac:chgData name="Leandro M Machado" userId="d82476bb6fadd58c" providerId="LiveId" clId="{A08595F5-0EB1-4D5B-95C0-C8D895760D55}" dt="2025-04-28T13:50:31.458" v="647" actId="478"/>
          <ac:picMkLst>
            <pc:docMk/>
            <pc:sldMk cId="2790638146" sldId="258"/>
            <ac:picMk id="5" creationId="{3390B671-155B-40EC-4822-CF705D8D34DD}"/>
          </ac:picMkLst>
        </pc:picChg>
        <pc:picChg chg="add del mod">
          <ac:chgData name="Leandro M Machado" userId="d82476bb6fadd58c" providerId="LiveId" clId="{A08595F5-0EB1-4D5B-95C0-C8D895760D55}" dt="2025-04-28T15:26:35.812" v="650" actId="478"/>
          <ac:picMkLst>
            <pc:docMk/>
            <pc:sldMk cId="2790638146" sldId="258"/>
            <ac:picMk id="7" creationId="{B86D8FD8-9CC0-7E13-C201-06D8A7D5ECBE}"/>
          </ac:picMkLst>
        </pc:picChg>
        <pc:picChg chg="add mod ord">
          <ac:chgData name="Leandro M Machado" userId="d82476bb6fadd58c" providerId="LiveId" clId="{A08595F5-0EB1-4D5B-95C0-C8D895760D55}" dt="2025-04-28T13:50:43.852" v="649" actId="14100"/>
          <ac:picMkLst>
            <pc:docMk/>
            <pc:sldMk cId="2790638146" sldId="258"/>
            <ac:picMk id="11" creationId="{AF984A2B-80B3-A209-419B-748939C7348D}"/>
          </ac:picMkLst>
        </pc:picChg>
      </pc:sldChg>
      <pc:sldChg chg="addSp delSp modSp new mod">
        <pc:chgData name="Leandro M Machado" userId="d82476bb6fadd58c" providerId="LiveId" clId="{A08595F5-0EB1-4D5B-95C0-C8D895760D55}" dt="2025-04-28T13:27:47.735" v="543" actId="14100"/>
        <pc:sldMkLst>
          <pc:docMk/>
          <pc:sldMk cId="3447471434" sldId="259"/>
        </pc:sldMkLst>
        <pc:spChg chg="mod">
          <ac:chgData name="Leandro M Machado" userId="d82476bb6fadd58c" providerId="LiveId" clId="{A08595F5-0EB1-4D5B-95C0-C8D895760D55}" dt="2025-04-28T13:27:43.094" v="541" actId="20577"/>
          <ac:spMkLst>
            <pc:docMk/>
            <pc:sldMk cId="3447471434" sldId="259"/>
            <ac:spMk id="2" creationId="{EFC74EB3-BD13-9AA3-8CE4-10C012C8293D}"/>
          </ac:spMkLst>
        </pc:spChg>
        <pc:spChg chg="del">
          <ac:chgData name="Leandro M Machado" userId="d82476bb6fadd58c" providerId="LiveId" clId="{A08595F5-0EB1-4D5B-95C0-C8D895760D55}" dt="2025-04-28T13:27:44.887" v="542" actId="22"/>
          <ac:spMkLst>
            <pc:docMk/>
            <pc:sldMk cId="3447471434" sldId="259"/>
            <ac:spMk id="3" creationId="{3024DBE9-277C-EA94-0B8E-5B7FDAF043B5}"/>
          </ac:spMkLst>
        </pc:spChg>
        <pc:picChg chg="add mod ord">
          <ac:chgData name="Leandro M Machado" userId="d82476bb6fadd58c" providerId="LiveId" clId="{A08595F5-0EB1-4D5B-95C0-C8D895760D55}" dt="2025-04-28T13:27:47.735" v="543" actId="14100"/>
          <ac:picMkLst>
            <pc:docMk/>
            <pc:sldMk cId="3447471434" sldId="259"/>
            <ac:picMk id="5" creationId="{576E2366-FB89-98E9-7BB6-5CBBF120733C}"/>
          </ac:picMkLst>
        </pc:picChg>
      </pc:sldChg>
      <pc:sldChg chg="addSp modSp new mod">
        <pc:chgData name="Leandro M Machado" userId="d82476bb6fadd58c" providerId="LiveId" clId="{A08595F5-0EB1-4D5B-95C0-C8D895760D55}" dt="2025-04-28T13:30:21.228" v="581" actId="1076"/>
        <pc:sldMkLst>
          <pc:docMk/>
          <pc:sldMk cId="2767792044" sldId="260"/>
        </pc:sldMkLst>
        <pc:spChg chg="mod">
          <ac:chgData name="Leandro M Machado" userId="d82476bb6fadd58c" providerId="LiveId" clId="{A08595F5-0EB1-4D5B-95C0-C8D895760D55}" dt="2025-04-28T13:29:54.247" v="571" actId="20577"/>
          <ac:spMkLst>
            <pc:docMk/>
            <pc:sldMk cId="2767792044" sldId="260"/>
            <ac:spMk id="2" creationId="{4EA86834-2A8A-AD9F-FDC1-B52B087769D9}"/>
          </ac:spMkLst>
        </pc:spChg>
        <pc:spChg chg="mod">
          <ac:chgData name="Leandro M Machado" userId="d82476bb6fadd58c" providerId="LiveId" clId="{A08595F5-0EB1-4D5B-95C0-C8D895760D55}" dt="2025-04-28T13:30:21.228" v="581" actId="1076"/>
          <ac:spMkLst>
            <pc:docMk/>
            <pc:sldMk cId="2767792044" sldId="260"/>
            <ac:spMk id="3" creationId="{B89DE927-978E-9FCC-BAEB-6F540A6895FC}"/>
          </ac:spMkLst>
        </pc:spChg>
        <pc:spChg chg="add mod">
          <ac:chgData name="Leandro M Machado" userId="d82476bb6fadd58c" providerId="LiveId" clId="{A08595F5-0EB1-4D5B-95C0-C8D895760D55}" dt="2025-04-28T13:30:21.228" v="581" actId="1076"/>
          <ac:spMkLst>
            <pc:docMk/>
            <pc:sldMk cId="2767792044" sldId="260"/>
            <ac:spMk id="5" creationId="{0C19AFF9-2679-CFC5-90E7-FAD89D4E8B59}"/>
          </ac:spMkLst>
        </pc:spChg>
      </pc:sldChg>
      <pc:sldChg chg="addSp modSp new mod">
        <pc:chgData name="Leandro M Machado" userId="d82476bb6fadd58c" providerId="LiveId" clId="{A08595F5-0EB1-4D5B-95C0-C8D895760D55}" dt="2025-04-28T13:31:27.320" v="615" actId="14100"/>
        <pc:sldMkLst>
          <pc:docMk/>
          <pc:sldMk cId="2887745652" sldId="261"/>
        </pc:sldMkLst>
        <pc:spChg chg="mod">
          <ac:chgData name="Leandro M Machado" userId="d82476bb6fadd58c" providerId="LiveId" clId="{A08595F5-0EB1-4D5B-95C0-C8D895760D55}" dt="2025-04-28T13:31:18.847" v="611" actId="20577"/>
          <ac:spMkLst>
            <pc:docMk/>
            <pc:sldMk cId="2887745652" sldId="261"/>
            <ac:spMk id="2" creationId="{6143E10D-DFFB-7C4B-DA56-D91BF4DCA5C5}"/>
          </ac:spMkLst>
        </pc:spChg>
        <pc:picChg chg="add mod">
          <ac:chgData name="Leandro M Machado" userId="d82476bb6fadd58c" providerId="LiveId" clId="{A08595F5-0EB1-4D5B-95C0-C8D895760D55}" dt="2025-04-28T13:31:27.320" v="615" actId="14100"/>
          <ac:picMkLst>
            <pc:docMk/>
            <pc:sldMk cId="2887745652" sldId="261"/>
            <ac:picMk id="5" creationId="{0EDE7B2B-EFED-7680-26E1-00FB46369548}"/>
          </ac:picMkLst>
        </pc:picChg>
      </pc:sldChg>
      <pc:sldChg chg="addSp modSp new mod">
        <pc:chgData name="Leandro M Machado" userId="d82476bb6fadd58c" providerId="LiveId" clId="{A08595F5-0EB1-4D5B-95C0-C8D895760D55}" dt="2025-04-28T13:34:35.470" v="646" actId="14100"/>
        <pc:sldMkLst>
          <pc:docMk/>
          <pc:sldMk cId="972724175" sldId="262"/>
        </pc:sldMkLst>
        <pc:spChg chg="mod">
          <ac:chgData name="Leandro M Machado" userId="d82476bb6fadd58c" providerId="LiveId" clId="{A08595F5-0EB1-4D5B-95C0-C8D895760D55}" dt="2025-04-28T13:34:10.558" v="641" actId="20577"/>
          <ac:spMkLst>
            <pc:docMk/>
            <pc:sldMk cId="972724175" sldId="262"/>
            <ac:spMk id="2" creationId="{688BAA12-842D-E7D4-21E1-DEAD2342DAAC}"/>
          </ac:spMkLst>
        </pc:spChg>
        <pc:spChg chg="mod">
          <ac:chgData name="Leandro M Machado" userId="d82476bb6fadd58c" providerId="LiveId" clId="{A08595F5-0EB1-4D5B-95C0-C8D895760D55}" dt="2025-04-28T13:34:12.223" v="642"/>
          <ac:spMkLst>
            <pc:docMk/>
            <pc:sldMk cId="972724175" sldId="262"/>
            <ac:spMk id="3" creationId="{FD4B1D64-5F63-AA8E-8E19-C7B6721F3690}"/>
          </ac:spMkLst>
        </pc:spChg>
        <pc:picChg chg="add mod">
          <ac:chgData name="Leandro M Machado" userId="d82476bb6fadd58c" providerId="LiveId" clId="{A08595F5-0EB1-4D5B-95C0-C8D895760D55}" dt="2025-04-28T13:34:35.470" v="646" actId="14100"/>
          <ac:picMkLst>
            <pc:docMk/>
            <pc:sldMk cId="972724175" sldId="262"/>
            <ac:picMk id="5" creationId="{A86CC708-E429-A777-CD3C-C8874F19E193}"/>
          </ac:picMkLst>
        </pc:picChg>
      </pc:sldChg>
      <pc:sldChg chg="addSp modSp new mod">
        <pc:chgData name="Leandro M Machado" userId="d82476bb6fadd58c" providerId="LiveId" clId="{A08595F5-0EB1-4D5B-95C0-C8D895760D55}" dt="2025-04-29T18:35:32.727" v="674" actId="20577"/>
        <pc:sldMkLst>
          <pc:docMk/>
          <pc:sldMk cId="3235446394" sldId="263"/>
        </pc:sldMkLst>
        <pc:spChg chg="mod">
          <ac:chgData name="Leandro M Machado" userId="d82476bb6fadd58c" providerId="LiveId" clId="{A08595F5-0EB1-4D5B-95C0-C8D895760D55}" dt="2025-04-29T18:35:32.727" v="674" actId="20577"/>
          <ac:spMkLst>
            <pc:docMk/>
            <pc:sldMk cId="3235446394" sldId="263"/>
            <ac:spMk id="3" creationId="{3067580E-73B4-2354-B890-E7DF4B649527}"/>
          </ac:spMkLst>
        </pc:spChg>
        <pc:spChg chg="add mod">
          <ac:chgData name="Leandro M Machado" userId="d82476bb6fadd58c" providerId="LiveId" clId="{A08595F5-0EB1-4D5B-95C0-C8D895760D55}" dt="2025-04-29T17:56:45.524" v="673" actId="255"/>
          <ac:spMkLst>
            <pc:docMk/>
            <pc:sldMk cId="3235446394" sldId="263"/>
            <ac:spMk id="5" creationId="{BB8E4AC1-F2B0-D2A4-2432-EB9AFA5B4A6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ACF0C-FF37-2004-351D-B5043C7B0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ABA44F-F4DE-082A-2A52-EBFDC24A8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DD358C-1446-B98A-F0D1-ED739B15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0148-ADD3-44A3-A2DD-196DFF6B64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441629-1B82-FC46-7811-07BEB3AAD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D52B4D-A361-64D8-92A2-39BAC7DF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3BEF-55DB-48B5-BBEB-091EDA768E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06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3F759-2A0B-81C3-3E7D-ABD916135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E62F2C-D70A-4522-A563-5596979B6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17A450-B3C9-735B-62B8-C9E15E52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0148-ADD3-44A3-A2DD-196DFF6B64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5137B1-3635-5949-3D12-6A60226C3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05D3D9-3A0F-12C8-4338-E62082B6A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3BEF-55DB-48B5-BBEB-091EDA768E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61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D0460-20EC-2C33-E303-CF477EAF6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A773B8-D680-B64D-B4CB-1A80F9157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355EA1-4F16-2804-9AEA-D314CF35B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0148-ADD3-44A3-A2DD-196DFF6B64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78A1F8-8FA8-94DB-8659-0D9EA42FB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AFC4A1-8CEB-3699-E685-FD9D495AF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3BEF-55DB-48B5-BBEB-091EDA768E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281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80D1F-4661-E654-76F9-B756CEE0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AE6E6A-4736-13BC-58E4-ACCB4F0F5B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FF396C-A149-FA20-0AEE-046658F16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A40F25-CFE2-478D-6871-E1400F115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0148-ADD3-44A3-A2DD-196DFF6B64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4506B1-E52D-8CA8-B1B9-9D0BC66C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E4D799-B417-13B9-2FD6-0C8DE34D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3BEF-55DB-48B5-BBEB-091EDA768E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10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D014F-4AB1-B898-BC9A-92043DDE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B74FBA-3B61-CF5B-1778-E0EE057AB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008DB7-3019-F47C-5878-C88D33BC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A6F04F2-9D16-9F6C-CC04-410DF34FA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8CC67C-6FD5-2BAB-D42F-154F3ED7E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EBB82AF-C751-3700-DE92-2716592E7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0148-ADD3-44A3-A2DD-196DFF6B64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D33F39D-6C73-5130-56AB-415C2A2D9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49D44AA-1772-AA99-C952-C472D46D0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3BEF-55DB-48B5-BBEB-091EDA768E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16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43C75-1AF5-7106-3B9E-9A40821B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646206-242A-0103-06CE-EAF9EC552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0148-ADD3-44A3-A2DD-196DFF6B64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311D1DA-EA71-5331-4B9C-16B310686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715A143-0A94-77F0-05D7-BC81C4C42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3BEF-55DB-48B5-BBEB-091EDA768E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97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E202CB0-1237-94E6-E67A-A64BA222D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0148-ADD3-44A3-A2DD-196DFF6B64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55CF6F1-5139-0F73-86CB-1F21CA97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8F21CF-59FB-ECE4-0369-A4107C7C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3BEF-55DB-48B5-BBEB-091EDA768E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10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060A1-7404-A3FB-D079-7517FADD3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21201D-FA93-9705-70BC-CD3D5210C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2DEEF7-65F8-441D-71C6-156AFF298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E598D4-01E2-27A5-1614-BC5089C94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0148-ADD3-44A3-A2DD-196DFF6B64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FEDAE9-3496-7D70-1796-C772080DE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35DF04-8830-E8A5-805B-2D99E02E6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3BEF-55DB-48B5-BBEB-091EDA768E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4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3031A-4E01-2680-EC21-58A7F1ABE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BDDC075-0F5F-0A35-892B-D7201882D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9D70E46-6055-7D05-AB3C-8DD0F9391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DEF39A-DB28-E2CD-ABC4-A3D136C02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0148-ADD3-44A3-A2DD-196DFF6B64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8E6D53-5CB0-0B86-DA45-B8340CAA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FB3CF2-8CAA-3683-88B3-3672162A7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3BEF-55DB-48B5-BBEB-091EDA768E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00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13238D-FE47-D4FA-687F-6CDF9E871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662FD55-0048-A54A-6255-CA39E49CE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A1F60A-2F00-ADA2-E47F-8B9563F60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0148-ADD3-44A3-A2DD-196DFF6B64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0C3B58-E44F-562B-B82A-9E0CA807B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D12F3B-09AA-9B7E-D044-85DBCBB9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3BEF-55DB-48B5-BBEB-091EDA768E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14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CBB2ED-DA18-05AF-3282-B4A9B079FB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1B013C9-A1D9-FBDD-C14F-8F6131E97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EE823A-E541-FE65-0C90-B9E13BC7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0148-ADD3-44A3-A2DD-196DFF6B64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4B0591-0971-5BEE-A7DA-F86DCBCE1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899FB-8380-7B0E-C6DA-298F89C8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E3BEF-55DB-48B5-BBEB-091EDA768E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4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F864E8E-CBE1-75E2-ED00-065D9FC6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D9507F-159E-F4C2-5507-650337649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68491E-EB9E-3C83-FA86-9DF2B9FF3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50148-ADD3-44A3-A2DD-196DFF6B642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53415-549E-F6A6-B548-10C2CC2C93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393E7C-80D7-F5E6-A8C3-80BA79CFE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E3BEF-55DB-48B5-BBEB-091EDA768E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8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BCA535-481D-BB15-7C64-9C53667590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Optical</a:t>
            </a:r>
            <a:r>
              <a:rPr lang="pt-BR" dirty="0"/>
              <a:t> </a:t>
            </a:r>
            <a:r>
              <a:rPr lang="pt-BR" dirty="0" err="1"/>
              <a:t>Acoustic</a:t>
            </a:r>
            <a:r>
              <a:rPr lang="pt-BR" dirty="0"/>
              <a:t> Sensor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50FF7B-13A3-1F0D-4818-687D85E496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Acquisition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Analysis</a:t>
            </a:r>
            <a:r>
              <a:rPr lang="pt-BR" dirty="0"/>
              <a:t> 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90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1D8A2-441C-0F9B-5975-A45EFEF2E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em Camadas (MVC)</a:t>
            </a:r>
            <a:endParaRPr lang="en-US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4C62639-88C4-964E-34D9-EB8462FA4E9A}"/>
              </a:ext>
            </a:extLst>
          </p:cNvPr>
          <p:cNvSpPr/>
          <p:nvPr/>
        </p:nvSpPr>
        <p:spPr>
          <a:xfrm>
            <a:off x="8150942" y="2349244"/>
            <a:ext cx="2792361" cy="884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t-BR" dirty="0"/>
              <a:t>Telas de aquisição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err="1"/>
              <a:t>Visualizações</a:t>
            </a:r>
            <a:r>
              <a:rPr lang="en-US" dirty="0"/>
              <a:t> dos dados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5778F8C-91F4-4656-D1A8-D78178DBB6AF}"/>
              </a:ext>
            </a:extLst>
          </p:cNvPr>
          <p:cNvSpPr/>
          <p:nvPr/>
        </p:nvSpPr>
        <p:spPr>
          <a:xfrm>
            <a:off x="8150941" y="3772463"/>
            <a:ext cx="2792361" cy="884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60ABE54-97B5-D1F7-9E7B-36F29427B7D6}"/>
              </a:ext>
            </a:extLst>
          </p:cNvPr>
          <p:cNvSpPr/>
          <p:nvPr/>
        </p:nvSpPr>
        <p:spPr>
          <a:xfrm>
            <a:off x="7541342" y="4993458"/>
            <a:ext cx="4011560" cy="12795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Modelo (model)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Acesso ao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Processamento de Sinais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Armazenamento e recuperação de dados</a:t>
            </a:r>
            <a:endParaRPr lang="en-US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B7564ED-F9CC-C3D3-9B91-BA1E3238F1DD}"/>
              </a:ext>
            </a:extLst>
          </p:cNvPr>
          <p:cNvSpPr/>
          <p:nvPr/>
        </p:nvSpPr>
        <p:spPr>
          <a:xfrm>
            <a:off x="7541343" y="2149478"/>
            <a:ext cx="4011560" cy="12795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Interface (</a:t>
            </a:r>
            <a:r>
              <a:rPr lang="pt-BR" dirty="0" err="1"/>
              <a:t>View</a:t>
            </a:r>
            <a:r>
              <a:rPr lang="pt-B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Telas de aquisição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Visualizações</a:t>
            </a:r>
            <a:r>
              <a:rPr lang="en-US" dirty="0"/>
              <a:t> dos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Controle de </a:t>
            </a:r>
            <a:r>
              <a:rPr lang="en-US" dirty="0" err="1"/>
              <a:t>Usuário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56BB17F-55C7-A8F1-B3D4-0CF24600F3D0}"/>
              </a:ext>
            </a:extLst>
          </p:cNvPr>
          <p:cNvSpPr/>
          <p:nvPr/>
        </p:nvSpPr>
        <p:spPr>
          <a:xfrm>
            <a:off x="7541342" y="3572697"/>
            <a:ext cx="4011560" cy="12795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Controladores (</a:t>
            </a:r>
            <a:r>
              <a:rPr lang="pt-BR" dirty="0" err="1"/>
              <a:t>controller</a:t>
            </a:r>
            <a:r>
              <a:rPr lang="pt-B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Gerenciamento de Aquisição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Controle de Processamento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Gerenciamento de Configuração</a:t>
            </a:r>
            <a:endParaRPr lang="en-US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96594EF-3B0D-6AD5-9637-49589BAE6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33" y="2991063"/>
            <a:ext cx="6325483" cy="3439005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CA3A181D-48BF-8C7F-ECDC-3235A760C9BA}"/>
              </a:ext>
            </a:extLst>
          </p:cNvPr>
          <p:cNvSpPr txBox="1"/>
          <p:nvPr/>
        </p:nvSpPr>
        <p:spPr>
          <a:xfrm>
            <a:off x="835742" y="230852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242424"/>
                </a:solidFill>
                <a:effectLst/>
                <a:latin typeface="source-serif-pro"/>
              </a:rPr>
              <a:t>MVC é a sigla para Model-</a:t>
            </a:r>
            <a:r>
              <a:rPr lang="pt-BR" b="0" i="0" dirty="0" err="1">
                <a:solidFill>
                  <a:srgbClr val="242424"/>
                </a:solidFill>
                <a:effectLst/>
                <a:latin typeface="source-serif-pro"/>
              </a:rPr>
              <a:t>View</a:t>
            </a:r>
            <a:r>
              <a:rPr lang="pt-BR" b="0" i="0" dirty="0">
                <a:solidFill>
                  <a:srgbClr val="242424"/>
                </a:solidFill>
                <a:effectLst/>
                <a:latin typeface="source-serif-pro"/>
              </a:rPr>
              <a:t>-</a:t>
            </a:r>
            <a:r>
              <a:rPr lang="pt-BR" b="0" i="0" dirty="0" err="1">
                <a:solidFill>
                  <a:srgbClr val="242424"/>
                </a:solidFill>
                <a:effectLst/>
                <a:latin typeface="source-serif-pro"/>
              </a:rPr>
              <a:t>Controller</a:t>
            </a:r>
            <a:r>
              <a:rPr lang="pt-BR" b="0" i="0" dirty="0">
                <a:solidFill>
                  <a:srgbClr val="242424"/>
                </a:solidFill>
                <a:effectLst/>
                <a:latin typeface="source-serif-pro"/>
              </a:rPr>
              <a:t> (Modelo-Visão-Controlador)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536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4E5B9-73CC-B81F-23AB-B1172F3E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D8DEE9"/>
                </a:solidFill>
                <a:effectLst/>
                <a:latin typeface="Segoe WPC"/>
              </a:rPr>
              <a:t>2. </a:t>
            </a:r>
            <a:r>
              <a:rPr lang="en-US" b="1" i="0" dirty="0" err="1">
                <a:solidFill>
                  <a:srgbClr val="D8DEE9"/>
                </a:solidFill>
                <a:effectLst/>
                <a:latin typeface="Segoe WPC"/>
              </a:rPr>
              <a:t>Estrutura</a:t>
            </a:r>
            <a:r>
              <a:rPr lang="en-US" b="1" i="0" dirty="0">
                <a:solidFill>
                  <a:srgbClr val="D8DEE9"/>
                </a:solidFill>
                <a:effectLst/>
                <a:latin typeface="Segoe WPC"/>
              </a:rPr>
              <a:t> de </a:t>
            </a:r>
            <a:r>
              <a:rPr lang="en-US" b="1" i="0" dirty="0" err="1">
                <a:solidFill>
                  <a:srgbClr val="D8DEE9"/>
                </a:solidFill>
                <a:effectLst/>
                <a:latin typeface="Segoe WPC"/>
              </a:rPr>
              <a:t>Módulos</a:t>
            </a:r>
            <a:r>
              <a:rPr lang="en-US" b="1" i="0" dirty="0">
                <a:solidFill>
                  <a:srgbClr val="D8DEE9"/>
                </a:solidFill>
                <a:effectLst/>
                <a:latin typeface="Segoe WPC"/>
              </a:rPr>
              <a:t> </a:t>
            </a:r>
            <a:r>
              <a:rPr lang="en-US" b="1" i="0" dirty="0" err="1">
                <a:solidFill>
                  <a:srgbClr val="D8DEE9"/>
                </a:solidFill>
                <a:effectLst/>
                <a:latin typeface="Segoe WPC"/>
              </a:rPr>
              <a:t>implementada</a:t>
            </a:r>
            <a:br>
              <a:rPr lang="en-US" b="1" i="0" dirty="0">
                <a:solidFill>
                  <a:srgbClr val="D8DEE9"/>
                </a:solidFill>
                <a:effectLst/>
                <a:latin typeface="Segoe WPC"/>
              </a:rPr>
            </a:br>
            <a:endParaRPr lang="en-US" dirty="0"/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AF984A2B-80B3-A209-419B-748939C73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0124" y="1790700"/>
            <a:ext cx="9391752" cy="4421188"/>
          </a:xfrm>
        </p:spPr>
      </p:pic>
    </p:spTree>
    <p:extLst>
      <p:ext uri="{BB962C8B-B14F-4D97-AF65-F5344CB8AC3E}">
        <p14:creationId xmlns:p14="http://schemas.microsoft.com/office/powerpoint/2010/main" val="2790638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74EB3-BD13-9AA3-8CE4-10C012C82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 de Funcionamento</a:t>
            </a:r>
            <a:endParaRPr lang="en-US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76E2366-FB89-98E9-7BB6-5CBBF1207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6903" y="1690688"/>
            <a:ext cx="7578194" cy="4621212"/>
          </a:xfrm>
        </p:spPr>
      </p:pic>
    </p:spTree>
    <p:extLst>
      <p:ext uri="{BB962C8B-B14F-4D97-AF65-F5344CB8AC3E}">
        <p14:creationId xmlns:p14="http://schemas.microsoft.com/office/powerpoint/2010/main" val="3447471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A86834-2A8A-AD9F-FDC1-B52B08776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Funcionalidades a Adicionar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9DE927-978E-9FCC-BAEB-6F540A689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559757"/>
            <a:ext cx="4546600" cy="4351338"/>
          </a:xfrm>
        </p:spPr>
        <p:txBody>
          <a:bodyPr>
            <a:noAutofit/>
          </a:bodyPr>
          <a:lstStyle/>
          <a:p>
            <a:pPr>
              <a:spcBef>
                <a:spcPts val="1500"/>
              </a:spcBef>
              <a:spcAft>
                <a:spcPts val="750"/>
              </a:spcAft>
              <a:buNone/>
            </a:pPr>
            <a:r>
              <a:rPr lang="pt-BR" sz="1300" b="1" dirty="0">
                <a:effectLst/>
              </a:rPr>
              <a:t>Funcionalidades a Adicionar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pt-BR" sz="1300" b="1" dirty="0">
                <a:effectLst/>
              </a:rPr>
              <a:t>Gestão de Usuários e Permissões</a:t>
            </a:r>
            <a:endParaRPr lang="pt-BR" sz="1300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Diferentes níveis: administrador, técnico, visualizador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Login com senha ou integração com sistemas empresariais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2"/>
            </a:pPr>
            <a:r>
              <a:rPr lang="pt-BR" sz="1300" b="1" dirty="0">
                <a:effectLst/>
              </a:rPr>
              <a:t>Módulo de Configurações Avançadas</a:t>
            </a:r>
            <a:endParaRPr lang="pt-BR" sz="1300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Calibração do sistema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Parâmetros de aquisição personalizados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Armazenamento de </a:t>
            </a:r>
            <a:r>
              <a:rPr lang="pt-BR" sz="1300" dirty="0" err="1">
                <a:effectLst/>
              </a:rPr>
              <a:t>presets</a:t>
            </a:r>
            <a:r>
              <a:rPr lang="pt-BR" sz="1300" dirty="0">
                <a:effectLst/>
              </a:rPr>
              <a:t> para diferentes cenários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3"/>
            </a:pPr>
            <a:r>
              <a:rPr lang="pt-BR" sz="1300" b="1" dirty="0">
                <a:effectLst/>
              </a:rPr>
              <a:t>Gestão de Banco de Dados</a:t>
            </a:r>
            <a:endParaRPr lang="pt-BR" sz="1300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Armazenamento estruturado de dados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Sistema de consultas para buscar dados históricos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Indexação para melhorar performance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4"/>
            </a:pPr>
            <a:r>
              <a:rPr lang="pt-BR" sz="1300" b="1" dirty="0">
                <a:effectLst/>
              </a:rPr>
              <a:t>Relatórios Automatizados</a:t>
            </a:r>
            <a:endParaRPr lang="pt-BR" sz="1300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Exportação em formatos PDF, HTML, </a:t>
            </a:r>
            <a:r>
              <a:rPr lang="pt-BR" sz="1300" dirty="0" err="1">
                <a:effectLst/>
              </a:rPr>
              <a:t>docx</a:t>
            </a:r>
            <a:endParaRPr lang="pt-BR" sz="1300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Gráficos comparativos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Inclusão de metadados e informações do operador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5"/>
            </a:pPr>
            <a:r>
              <a:rPr lang="pt-BR" sz="1300" b="1" dirty="0">
                <a:effectLst/>
              </a:rPr>
              <a:t>Sistema de Alarmes</a:t>
            </a:r>
            <a:endParaRPr lang="pt-BR" sz="1300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Detecção automática de vazamentos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Notificações em tempo real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Alertas configuráveis por tipo e gravidade</a:t>
            </a:r>
          </a:p>
          <a:p>
            <a:endParaRPr lang="en-US" sz="13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C19AFF9-2679-CFC5-90E7-FAD89D4E8B59}"/>
              </a:ext>
            </a:extLst>
          </p:cNvPr>
          <p:cNvSpPr txBox="1"/>
          <p:nvPr/>
        </p:nvSpPr>
        <p:spPr>
          <a:xfrm>
            <a:off x="5562600" y="1424821"/>
            <a:ext cx="5118100" cy="5068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6"/>
            </a:pPr>
            <a:r>
              <a:rPr lang="pt-BR" sz="1300" b="1" dirty="0">
                <a:effectLst/>
              </a:rPr>
              <a:t>Visualização Avançada</a:t>
            </a:r>
            <a:endParaRPr lang="pt-BR" sz="1300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Mapas de calor para localização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Visualização 3D da distribuição do vazamento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Comparação entre medições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7"/>
            </a:pPr>
            <a:r>
              <a:rPr lang="pt-BR" sz="1300" b="1" dirty="0">
                <a:effectLst/>
              </a:rPr>
              <a:t>Integração com Sistemas Externos</a:t>
            </a:r>
            <a:endParaRPr lang="pt-BR" sz="1300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API REST para integração com outros sistemas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Exportação para sistemas SCADA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Suporte para telemetria remota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8"/>
            </a:pPr>
            <a:r>
              <a:rPr lang="pt-BR" sz="1300" b="1" dirty="0">
                <a:effectLst/>
              </a:rPr>
              <a:t>Diagnostico e Manutenção</a:t>
            </a:r>
            <a:endParaRPr lang="pt-BR" sz="1300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Autoteste do sistema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Monitoramento do estado do hardware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Assistente de problemas comuns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9"/>
            </a:pPr>
            <a:r>
              <a:rPr lang="pt-BR" sz="1300" b="1" dirty="0">
                <a:effectLst/>
              </a:rPr>
              <a:t>Ferramentas de IA</a:t>
            </a:r>
            <a:endParaRPr lang="pt-BR" sz="1300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Classificação automática de tipos de vazamento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Previsão de comportamento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Aprendizado a partir de casos anteriores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10"/>
            </a:pPr>
            <a:r>
              <a:rPr lang="pt-BR" sz="1300" b="1" dirty="0">
                <a:effectLst/>
              </a:rPr>
              <a:t>Interface Responsiva</a:t>
            </a:r>
            <a:endParaRPr lang="pt-BR" sz="1300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Otimização para diferentes tamanhos de tela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Versão mobile para monitoramento em campo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Temas claro/escuro</a:t>
            </a:r>
          </a:p>
        </p:txBody>
      </p:sp>
    </p:spTree>
    <p:extLst>
      <p:ext uri="{BB962C8B-B14F-4D97-AF65-F5344CB8AC3E}">
        <p14:creationId xmlns:p14="http://schemas.microsoft.com/office/powerpoint/2010/main" val="2767792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43E10D-DFFB-7C4B-DA56-D91BF4DC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da interface Gráfica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401CA1-0488-0A90-839C-1A0B627EA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EDE7B2B-EFED-7680-26E1-00FB46369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315200" cy="506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45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BAA12-842D-E7D4-21E1-DEAD2342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Sprint de desenvolvimento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4B1D64-5F63-AA8E-8E19-C7B6721F3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Sprint 1: </a:t>
            </a:r>
            <a:r>
              <a:rPr lang="en-US" dirty="0" err="1"/>
              <a:t>Arquitetura</a:t>
            </a:r>
            <a:r>
              <a:rPr lang="en-US" dirty="0"/>
              <a:t> Base ► Sprint 2: </a:t>
            </a:r>
            <a:r>
              <a:rPr lang="en-US" dirty="0" err="1"/>
              <a:t>Funcionalidades</a:t>
            </a:r>
            <a:r>
              <a:rPr lang="en-US" dirty="0"/>
              <a:t> Core ► Sprint 3: </a:t>
            </a:r>
            <a:r>
              <a:rPr lang="en-US" dirty="0" err="1"/>
              <a:t>Processamento</a:t>
            </a:r>
            <a:r>
              <a:rPr lang="en-US" dirty="0"/>
              <a:t> ► Sprint 4: UI </a:t>
            </a:r>
            <a:r>
              <a:rPr lang="en-US" dirty="0" err="1"/>
              <a:t>Avançada</a:t>
            </a:r>
            <a:r>
              <a:rPr lang="en-US" dirty="0"/>
              <a:t> ► Sprint 5: </a:t>
            </a:r>
            <a:r>
              <a:rPr lang="en-US" dirty="0" err="1"/>
              <a:t>Integrações</a:t>
            </a:r>
            <a:r>
              <a:rPr lang="en-US" dirty="0"/>
              <a:t> ► Sprint 6: Testes e </a:t>
            </a:r>
            <a:r>
              <a:rPr lang="en-US" dirty="0" err="1"/>
              <a:t>Polimento</a:t>
            </a:r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86CC708-E429-A777-CD3C-C8874F19E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234" y="3673383"/>
            <a:ext cx="7939366" cy="261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24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CBC08-5DDB-46A2-FCDD-474C2BE4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67580E-73B4-2354-B890-E7DF4B649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pt-BR" sz="1300" dirty="0"/>
              <a:t>Para a aplicação de detecção e análise de vazamentos, além do filtro passa-banda e média móvel, existem várias técnicas de processamento de sinal que poderiam melhorar significativamente seus resultados: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/>
            </a:pPr>
            <a:r>
              <a:rPr lang="pt-BR" sz="1300" b="1" dirty="0">
                <a:effectLst/>
              </a:rPr>
              <a:t>Análise </a:t>
            </a:r>
            <a:r>
              <a:rPr lang="pt-BR" sz="1300" b="1" dirty="0" err="1">
                <a:effectLst/>
              </a:rPr>
              <a:t>wavelet</a:t>
            </a:r>
            <a:r>
              <a:rPr lang="pt-BR" sz="1300" dirty="0">
                <a:effectLst/>
              </a:rPr>
              <a:t>: Permite analisar o sinal em diferentes escalas de tempo e frequência simultaneamente, sendo excelente para detectar eventos transitórios característicos de vazamentos.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2"/>
            </a:pPr>
            <a:r>
              <a:rPr lang="pt-BR" sz="1300" b="1" dirty="0">
                <a:effectLst/>
              </a:rPr>
              <a:t>Análise no domínio da frequência</a:t>
            </a:r>
            <a:r>
              <a:rPr lang="pt-BR" sz="1300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Transformada rápida de Fourier (FFT) mais avançada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 err="1">
                <a:effectLst/>
              </a:rPr>
              <a:t>Periodograma</a:t>
            </a:r>
            <a:r>
              <a:rPr lang="pt-BR" sz="1300" dirty="0">
                <a:effectLst/>
              </a:rPr>
              <a:t> de </a:t>
            </a:r>
            <a:r>
              <a:rPr lang="pt-BR" sz="1300" dirty="0" err="1">
                <a:effectLst/>
              </a:rPr>
              <a:t>Welch</a:t>
            </a:r>
            <a:r>
              <a:rPr lang="pt-BR" sz="1300" dirty="0">
                <a:effectLst/>
              </a:rPr>
              <a:t> para melhor estimativa do espectro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Espectrograma para visualizar mudanças na frequência ao longo do tempo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3"/>
            </a:pPr>
            <a:r>
              <a:rPr lang="pt-BR" sz="1300" b="1" dirty="0">
                <a:effectLst/>
              </a:rPr>
              <a:t>Técnicas de correlação</a:t>
            </a:r>
            <a:r>
              <a:rPr lang="pt-BR" sz="1300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Autocorrelação para detectar periodicidades no sinal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Correlação cruzada para comparar sinais de diferentes sensores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4"/>
            </a:pPr>
            <a:r>
              <a:rPr lang="pt-BR" sz="1300" b="1" dirty="0">
                <a:effectLst/>
              </a:rPr>
              <a:t>Remoção de ruído adaptativa</a:t>
            </a:r>
            <a:r>
              <a:rPr lang="pt-BR" sz="1300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Filtros adaptativos como LMS (</a:t>
            </a:r>
            <a:r>
              <a:rPr lang="pt-BR" sz="1300" dirty="0" err="1">
                <a:effectLst/>
              </a:rPr>
              <a:t>Least</a:t>
            </a:r>
            <a:r>
              <a:rPr lang="pt-BR" sz="1300" dirty="0">
                <a:effectLst/>
              </a:rPr>
              <a:t> </a:t>
            </a:r>
            <a:r>
              <a:rPr lang="pt-BR" sz="1300" dirty="0" err="1">
                <a:effectLst/>
              </a:rPr>
              <a:t>Mean</a:t>
            </a:r>
            <a:r>
              <a:rPr lang="pt-BR" sz="1300" dirty="0">
                <a:effectLst/>
              </a:rPr>
              <a:t> Square)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Decomposição de modo empírico (EMD)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Filtro </a:t>
            </a:r>
            <a:r>
              <a:rPr lang="pt-BR" sz="1300" dirty="0" err="1">
                <a:effectLst/>
              </a:rPr>
              <a:t>Kalman</a:t>
            </a:r>
            <a:r>
              <a:rPr lang="pt-BR" sz="1300" dirty="0">
                <a:effectLst/>
              </a:rPr>
              <a:t> para rastreamento de componentes do sinal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5"/>
            </a:pPr>
            <a:r>
              <a:rPr lang="pt-BR" sz="1300" b="1" dirty="0">
                <a:effectLst/>
              </a:rPr>
              <a:t>Técnicas estatísticas</a:t>
            </a:r>
            <a:r>
              <a:rPr lang="pt-BR" sz="1300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Análise de componentes principais (PCA)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Detecção de outliers usando métodos estatísticos robustos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Método CUSUM para detecção de mudanças no sinal</a:t>
            </a:r>
          </a:p>
          <a:p>
            <a:endParaRPr lang="en-US" sz="13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B8E4AC1-F2B0-D2A4-2432-EB9AFA5B4A65}"/>
              </a:ext>
            </a:extLst>
          </p:cNvPr>
          <p:cNvSpPr txBox="1"/>
          <p:nvPr/>
        </p:nvSpPr>
        <p:spPr>
          <a:xfrm>
            <a:off x="6096000" y="1825625"/>
            <a:ext cx="6096000" cy="43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6"/>
            </a:pPr>
            <a:r>
              <a:rPr lang="pt-BR" sz="1300" b="1" dirty="0">
                <a:effectLst/>
              </a:rPr>
              <a:t>Detecção de eventos</a:t>
            </a:r>
            <a:r>
              <a:rPr lang="pt-BR" sz="1300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Algoritmos de detecção de picos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Detecção de início/fim de transientes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Segmentação do sinal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7"/>
            </a:pPr>
            <a:r>
              <a:rPr lang="pt-BR" sz="1300" b="1" dirty="0">
                <a:effectLst/>
              </a:rPr>
              <a:t>Classificação e aprendizado de máquina</a:t>
            </a:r>
            <a:r>
              <a:rPr lang="pt-BR" sz="1300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Extração de características do sinal (energia, entropia, momentos estatísticos)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 err="1">
                <a:effectLst/>
              </a:rPr>
              <a:t>Support</a:t>
            </a:r>
            <a:r>
              <a:rPr lang="pt-BR" sz="1300" dirty="0">
                <a:effectLst/>
              </a:rPr>
              <a:t> Vector </a:t>
            </a:r>
            <a:r>
              <a:rPr lang="pt-BR" sz="1300" dirty="0" err="1">
                <a:effectLst/>
              </a:rPr>
              <a:t>Machines</a:t>
            </a:r>
            <a:r>
              <a:rPr lang="pt-BR" sz="1300" dirty="0">
                <a:effectLst/>
              </a:rPr>
              <a:t> (SVM) para classificação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Redes neurais para reconhecimento de padrões de vazamento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8"/>
            </a:pPr>
            <a:r>
              <a:rPr lang="pt-BR" sz="1300" b="1" dirty="0">
                <a:effectLst/>
              </a:rPr>
              <a:t>Métodos de demodulação avançados</a:t>
            </a:r>
            <a:r>
              <a:rPr lang="pt-BR" sz="1300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Demodulação de Hilbert mais refinada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Decomposição em modos empíricos (EMD) com subsequente análise de Hilbert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9"/>
            </a:pPr>
            <a:r>
              <a:rPr lang="pt-BR" sz="1300" b="1" dirty="0">
                <a:effectLst/>
              </a:rPr>
              <a:t>Técnicas de fusão de sensores</a:t>
            </a:r>
            <a:r>
              <a:rPr lang="pt-BR" sz="1300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Combinação de informações de múltiplos sensores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Algoritmos de fusão de dados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+mj-lt"/>
              <a:buAutoNum type="arabicPeriod" startAt="10"/>
            </a:pPr>
            <a:r>
              <a:rPr lang="pt-BR" sz="1300" b="1" dirty="0">
                <a:effectLst/>
              </a:rPr>
              <a:t>Análise de envelope</a:t>
            </a:r>
            <a:r>
              <a:rPr lang="pt-BR" sz="1300" dirty="0">
                <a:effectLst/>
              </a:rPr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Particularmente útil para detecção de impactos e transientes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300" dirty="0">
                <a:effectLst/>
              </a:rPr>
              <a:t>Detecção de modulação de amplitude no sinal</a:t>
            </a:r>
          </a:p>
        </p:txBody>
      </p:sp>
    </p:spTree>
    <p:extLst>
      <p:ext uri="{BB962C8B-B14F-4D97-AF65-F5344CB8AC3E}">
        <p14:creationId xmlns:p14="http://schemas.microsoft.com/office/powerpoint/2010/main" val="32354463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581</Words>
  <Application>Microsoft Office PowerPoint</Application>
  <PresentationFormat>Widescreen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Segoe WPC</vt:lpstr>
      <vt:lpstr>source-serif-pro</vt:lpstr>
      <vt:lpstr>Tema do Office</vt:lpstr>
      <vt:lpstr>Optical Acoustic Sensor</vt:lpstr>
      <vt:lpstr>Arquitetura em Camadas (MVC)</vt:lpstr>
      <vt:lpstr>2. Estrutura de Módulos implementada </vt:lpstr>
      <vt:lpstr>Fluxo de Funcionamento</vt:lpstr>
      <vt:lpstr>Funcionalidades a Adicionar</vt:lpstr>
      <vt:lpstr>Diagrama da interface Gráfica</vt:lpstr>
      <vt:lpstr>Sprint de desenvolvimento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Leandro M Machado</dc:creator>
  <cp:lastModifiedBy>Leandro M Machado</cp:lastModifiedBy>
  <cp:revision>1</cp:revision>
  <dcterms:created xsi:type="dcterms:W3CDTF">2025-04-28T13:13:08Z</dcterms:created>
  <dcterms:modified xsi:type="dcterms:W3CDTF">2025-04-29T18:36:02Z</dcterms:modified>
</cp:coreProperties>
</file>