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08595F5-0EB1-4D5B-95C0-C8D895760D55}" v="3" dt="2025-04-28T13:18:53.45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>
        <p:scale>
          <a:sx n="75" d="100"/>
          <a:sy n="75" d="100"/>
        </p:scale>
        <p:origin x="1056" y="75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Relationship Id="rId14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Leandro M Machado" userId="d82476bb6fadd58c" providerId="LiveId" clId="{A08595F5-0EB1-4D5B-95C0-C8D895760D55}"/>
    <pc:docChg chg="undo custSel addSld modSld">
      <pc:chgData name="Leandro M Machado" userId="d82476bb6fadd58c" providerId="LiveId" clId="{A08595F5-0EB1-4D5B-95C0-C8D895760D55}" dt="2025-04-28T13:50:43.852" v="649" actId="14100"/>
      <pc:docMkLst>
        <pc:docMk/>
      </pc:docMkLst>
      <pc:sldChg chg="modSp mod">
        <pc:chgData name="Leandro M Machado" userId="d82476bb6fadd58c" providerId="LiveId" clId="{A08595F5-0EB1-4D5B-95C0-C8D895760D55}" dt="2025-04-28T13:15:02.819" v="66" actId="20577"/>
        <pc:sldMkLst>
          <pc:docMk/>
          <pc:sldMk cId="2961902667" sldId="256"/>
        </pc:sldMkLst>
        <pc:spChg chg="mod">
          <ac:chgData name="Leandro M Machado" userId="d82476bb6fadd58c" providerId="LiveId" clId="{A08595F5-0EB1-4D5B-95C0-C8D895760D55}" dt="2025-04-28T13:14:15.927" v="22" actId="20577"/>
          <ac:spMkLst>
            <pc:docMk/>
            <pc:sldMk cId="2961902667" sldId="256"/>
            <ac:spMk id="2" creationId="{D7BCA535-481D-BB15-7C64-9C53667590F4}"/>
          </ac:spMkLst>
        </pc:spChg>
        <pc:spChg chg="mod">
          <ac:chgData name="Leandro M Machado" userId="d82476bb6fadd58c" providerId="LiveId" clId="{A08595F5-0EB1-4D5B-95C0-C8D895760D55}" dt="2025-04-28T13:15:02.819" v="66" actId="20577"/>
          <ac:spMkLst>
            <pc:docMk/>
            <pc:sldMk cId="2961902667" sldId="256"/>
            <ac:spMk id="3" creationId="{0850FF7B-13A3-1F0D-4818-687D85E4967E}"/>
          </ac:spMkLst>
        </pc:spChg>
      </pc:sldChg>
      <pc:sldChg chg="addSp delSp modSp new mod">
        <pc:chgData name="Leandro M Machado" userId="d82476bb6fadd58c" providerId="LiveId" clId="{A08595F5-0EB1-4D5B-95C0-C8D895760D55}" dt="2025-04-28T13:25:29.426" v="511" actId="1076"/>
        <pc:sldMkLst>
          <pc:docMk/>
          <pc:sldMk cId="2622536892" sldId="257"/>
        </pc:sldMkLst>
        <pc:spChg chg="mod">
          <ac:chgData name="Leandro M Machado" userId="d82476bb6fadd58c" providerId="LiveId" clId="{A08595F5-0EB1-4D5B-95C0-C8D895760D55}" dt="2025-04-28T13:25:26.182" v="510" actId="20577"/>
          <ac:spMkLst>
            <pc:docMk/>
            <pc:sldMk cId="2622536892" sldId="257"/>
            <ac:spMk id="2" creationId="{89B1D8A2-441C-0F9B-5975-A45EFEF2E984}"/>
          </ac:spMkLst>
        </pc:spChg>
        <pc:spChg chg="del mod">
          <ac:chgData name="Leandro M Machado" userId="d82476bb6fadd58c" providerId="LiveId" clId="{A08595F5-0EB1-4D5B-95C0-C8D895760D55}" dt="2025-04-28T13:17:58.556" v="74" actId="478"/>
          <ac:spMkLst>
            <pc:docMk/>
            <pc:sldMk cId="2622536892" sldId="257"/>
            <ac:spMk id="3" creationId="{BDE04518-796C-0630-7DAF-4CE887F59785}"/>
          </ac:spMkLst>
        </pc:spChg>
        <pc:spChg chg="add del">
          <ac:chgData name="Leandro M Machado" userId="d82476bb6fadd58c" providerId="LiveId" clId="{A08595F5-0EB1-4D5B-95C0-C8D895760D55}" dt="2025-04-28T13:18:07.974" v="76" actId="478"/>
          <ac:spMkLst>
            <pc:docMk/>
            <pc:sldMk cId="2622536892" sldId="257"/>
            <ac:spMk id="6" creationId="{00416F22-97DD-1C7B-5C65-0BD04A32D59C}"/>
          </ac:spMkLst>
        </pc:spChg>
        <pc:spChg chg="add mod">
          <ac:chgData name="Leandro M Machado" userId="d82476bb6fadd58c" providerId="LiveId" clId="{A08595F5-0EB1-4D5B-95C0-C8D895760D55}" dt="2025-04-28T13:22:04.700" v="449" actId="1076"/>
          <ac:spMkLst>
            <pc:docMk/>
            <pc:sldMk cId="2622536892" sldId="257"/>
            <ac:spMk id="7" creationId="{84C62639-88C4-964E-34D9-EB8462FA4E9A}"/>
          </ac:spMkLst>
        </pc:spChg>
        <pc:spChg chg="add mod">
          <ac:chgData name="Leandro M Machado" userId="d82476bb6fadd58c" providerId="LiveId" clId="{A08595F5-0EB1-4D5B-95C0-C8D895760D55}" dt="2025-04-28T13:22:04.700" v="449" actId="1076"/>
          <ac:spMkLst>
            <pc:docMk/>
            <pc:sldMk cId="2622536892" sldId="257"/>
            <ac:spMk id="8" creationId="{D5778F8C-91F4-4656-D1A8-D78178DBB6AF}"/>
          </ac:spMkLst>
        </pc:spChg>
        <pc:spChg chg="add mod">
          <ac:chgData name="Leandro M Machado" userId="d82476bb6fadd58c" providerId="LiveId" clId="{A08595F5-0EB1-4D5B-95C0-C8D895760D55}" dt="2025-04-28T13:22:04.700" v="449" actId="1076"/>
          <ac:spMkLst>
            <pc:docMk/>
            <pc:sldMk cId="2622536892" sldId="257"/>
            <ac:spMk id="9" creationId="{E60ABE54-97B5-D1F7-9E7B-36F29427B7D6}"/>
          </ac:spMkLst>
        </pc:spChg>
        <pc:spChg chg="add mod">
          <ac:chgData name="Leandro M Machado" userId="d82476bb6fadd58c" providerId="LiveId" clId="{A08595F5-0EB1-4D5B-95C0-C8D895760D55}" dt="2025-04-28T13:22:04.700" v="449" actId="1076"/>
          <ac:spMkLst>
            <pc:docMk/>
            <pc:sldMk cId="2622536892" sldId="257"/>
            <ac:spMk id="10" creationId="{9B7564ED-F9CC-C3D3-9B91-BA1E3238F1DD}"/>
          </ac:spMkLst>
        </pc:spChg>
        <pc:spChg chg="add mod">
          <ac:chgData name="Leandro M Machado" userId="d82476bb6fadd58c" providerId="LiveId" clId="{A08595F5-0EB1-4D5B-95C0-C8D895760D55}" dt="2025-04-28T13:22:04.700" v="449" actId="1076"/>
          <ac:spMkLst>
            <pc:docMk/>
            <pc:sldMk cId="2622536892" sldId="257"/>
            <ac:spMk id="11" creationId="{656BB17F-55C7-A8F1-B3D4-0CF24600F3D0}"/>
          </ac:spMkLst>
        </pc:spChg>
        <pc:spChg chg="add mod">
          <ac:chgData name="Leandro M Machado" userId="d82476bb6fadd58c" providerId="LiveId" clId="{A08595F5-0EB1-4D5B-95C0-C8D895760D55}" dt="2025-04-28T13:25:10.030" v="467" actId="1076"/>
          <ac:spMkLst>
            <pc:docMk/>
            <pc:sldMk cId="2622536892" sldId="257"/>
            <ac:spMk id="15" creationId="{CA3A181D-48BF-8C7F-ECDC-3235A760C9BA}"/>
          </ac:spMkLst>
        </pc:spChg>
        <pc:picChg chg="add del mod">
          <ac:chgData name="Leandro M Machado" userId="d82476bb6fadd58c" providerId="LiveId" clId="{A08595F5-0EB1-4D5B-95C0-C8D895760D55}" dt="2025-04-28T13:21:03.299" v="445" actId="478"/>
          <ac:picMkLst>
            <pc:docMk/>
            <pc:sldMk cId="2622536892" sldId="257"/>
            <ac:picMk id="5" creationId="{5DB46876-EABE-7BA0-A046-57C75D033679}"/>
          </ac:picMkLst>
        </pc:picChg>
        <pc:picChg chg="add mod">
          <ac:chgData name="Leandro M Machado" userId="d82476bb6fadd58c" providerId="LiveId" clId="{A08595F5-0EB1-4D5B-95C0-C8D895760D55}" dt="2025-04-28T13:25:29.426" v="511" actId="1076"/>
          <ac:picMkLst>
            <pc:docMk/>
            <pc:sldMk cId="2622536892" sldId="257"/>
            <ac:picMk id="13" creationId="{196594EF-3B0D-6AD5-9637-49589BAE60A8}"/>
          </ac:picMkLst>
        </pc:picChg>
      </pc:sldChg>
      <pc:sldChg chg="addSp delSp modSp new mod">
        <pc:chgData name="Leandro M Machado" userId="d82476bb6fadd58c" providerId="LiveId" clId="{A08595F5-0EB1-4D5B-95C0-C8D895760D55}" dt="2025-04-28T13:50:43.852" v="649" actId="14100"/>
        <pc:sldMkLst>
          <pc:docMk/>
          <pc:sldMk cId="2790638146" sldId="258"/>
        </pc:sldMkLst>
        <pc:spChg chg="mod">
          <ac:chgData name="Leandro M Machado" userId="d82476bb6fadd58c" providerId="LiveId" clId="{A08595F5-0EB1-4D5B-95C0-C8D895760D55}" dt="2025-04-28T13:24:39.028" v="459"/>
          <ac:spMkLst>
            <pc:docMk/>
            <pc:sldMk cId="2790638146" sldId="258"/>
            <ac:spMk id="2" creationId="{7B44E5B9-73CC-B81F-23AB-B1172F3EB868}"/>
          </ac:spMkLst>
        </pc:spChg>
        <pc:spChg chg="del mod">
          <ac:chgData name="Leandro M Machado" userId="d82476bb6fadd58c" providerId="LiveId" clId="{A08595F5-0EB1-4D5B-95C0-C8D895760D55}" dt="2025-04-28T13:24:09.091" v="455" actId="22"/>
          <ac:spMkLst>
            <pc:docMk/>
            <pc:sldMk cId="2790638146" sldId="258"/>
            <ac:spMk id="3" creationId="{DEB0CE09-B45B-9F0A-5D01-CA21B42087C1}"/>
          </ac:spMkLst>
        </pc:spChg>
        <pc:spChg chg="add del mod">
          <ac:chgData name="Leandro M Machado" userId="d82476bb6fadd58c" providerId="LiveId" clId="{A08595F5-0EB1-4D5B-95C0-C8D895760D55}" dt="2025-04-28T13:50:41.463" v="648" actId="22"/>
          <ac:spMkLst>
            <pc:docMk/>
            <pc:sldMk cId="2790638146" sldId="258"/>
            <ac:spMk id="9" creationId="{E0FF11B6-7AF2-A553-C217-33D90B102E4D}"/>
          </ac:spMkLst>
        </pc:spChg>
        <pc:picChg chg="add del mod ord">
          <ac:chgData name="Leandro M Machado" userId="d82476bb6fadd58c" providerId="LiveId" clId="{A08595F5-0EB1-4D5B-95C0-C8D895760D55}" dt="2025-04-28T13:50:31.458" v="647" actId="478"/>
          <ac:picMkLst>
            <pc:docMk/>
            <pc:sldMk cId="2790638146" sldId="258"/>
            <ac:picMk id="5" creationId="{3390B671-155B-40EC-4822-CF705D8D34DD}"/>
          </ac:picMkLst>
        </pc:picChg>
        <pc:picChg chg="add mod">
          <ac:chgData name="Leandro M Machado" userId="d82476bb6fadd58c" providerId="LiveId" clId="{A08595F5-0EB1-4D5B-95C0-C8D895760D55}" dt="2025-04-28T13:26:07.489" v="518" actId="1076"/>
          <ac:picMkLst>
            <pc:docMk/>
            <pc:sldMk cId="2790638146" sldId="258"/>
            <ac:picMk id="7" creationId="{B86D8FD8-9CC0-7E13-C201-06D8A7D5ECBE}"/>
          </ac:picMkLst>
        </pc:picChg>
        <pc:picChg chg="add mod ord">
          <ac:chgData name="Leandro M Machado" userId="d82476bb6fadd58c" providerId="LiveId" clId="{A08595F5-0EB1-4D5B-95C0-C8D895760D55}" dt="2025-04-28T13:50:43.852" v="649" actId="14100"/>
          <ac:picMkLst>
            <pc:docMk/>
            <pc:sldMk cId="2790638146" sldId="258"/>
            <ac:picMk id="11" creationId="{AF984A2B-80B3-A209-419B-748939C7348D}"/>
          </ac:picMkLst>
        </pc:picChg>
      </pc:sldChg>
      <pc:sldChg chg="addSp delSp modSp new mod">
        <pc:chgData name="Leandro M Machado" userId="d82476bb6fadd58c" providerId="LiveId" clId="{A08595F5-0EB1-4D5B-95C0-C8D895760D55}" dt="2025-04-28T13:27:47.735" v="543" actId="14100"/>
        <pc:sldMkLst>
          <pc:docMk/>
          <pc:sldMk cId="3447471434" sldId="259"/>
        </pc:sldMkLst>
        <pc:spChg chg="mod">
          <ac:chgData name="Leandro M Machado" userId="d82476bb6fadd58c" providerId="LiveId" clId="{A08595F5-0EB1-4D5B-95C0-C8D895760D55}" dt="2025-04-28T13:27:43.094" v="541" actId="20577"/>
          <ac:spMkLst>
            <pc:docMk/>
            <pc:sldMk cId="3447471434" sldId="259"/>
            <ac:spMk id="2" creationId="{EFC74EB3-BD13-9AA3-8CE4-10C012C8293D}"/>
          </ac:spMkLst>
        </pc:spChg>
        <pc:spChg chg="del">
          <ac:chgData name="Leandro M Machado" userId="d82476bb6fadd58c" providerId="LiveId" clId="{A08595F5-0EB1-4D5B-95C0-C8D895760D55}" dt="2025-04-28T13:27:44.887" v="542" actId="22"/>
          <ac:spMkLst>
            <pc:docMk/>
            <pc:sldMk cId="3447471434" sldId="259"/>
            <ac:spMk id="3" creationId="{3024DBE9-277C-EA94-0B8E-5B7FDAF043B5}"/>
          </ac:spMkLst>
        </pc:spChg>
        <pc:picChg chg="add mod ord">
          <ac:chgData name="Leandro M Machado" userId="d82476bb6fadd58c" providerId="LiveId" clId="{A08595F5-0EB1-4D5B-95C0-C8D895760D55}" dt="2025-04-28T13:27:47.735" v="543" actId="14100"/>
          <ac:picMkLst>
            <pc:docMk/>
            <pc:sldMk cId="3447471434" sldId="259"/>
            <ac:picMk id="5" creationId="{576E2366-FB89-98E9-7BB6-5CBBF120733C}"/>
          </ac:picMkLst>
        </pc:picChg>
      </pc:sldChg>
      <pc:sldChg chg="addSp modSp new mod">
        <pc:chgData name="Leandro M Machado" userId="d82476bb6fadd58c" providerId="LiveId" clId="{A08595F5-0EB1-4D5B-95C0-C8D895760D55}" dt="2025-04-28T13:30:21.228" v="581" actId="1076"/>
        <pc:sldMkLst>
          <pc:docMk/>
          <pc:sldMk cId="2767792044" sldId="260"/>
        </pc:sldMkLst>
        <pc:spChg chg="mod">
          <ac:chgData name="Leandro M Machado" userId="d82476bb6fadd58c" providerId="LiveId" clId="{A08595F5-0EB1-4D5B-95C0-C8D895760D55}" dt="2025-04-28T13:29:54.247" v="571" actId="20577"/>
          <ac:spMkLst>
            <pc:docMk/>
            <pc:sldMk cId="2767792044" sldId="260"/>
            <ac:spMk id="2" creationId="{4EA86834-2A8A-AD9F-FDC1-B52B087769D9}"/>
          </ac:spMkLst>
        </pc:spChg>
        <pc:spChg chg="mod">
          <ac:chgData name="Leandro M Machado" userId="d82476bb6fadd58c" providerId="LiveId" clId="{A08595F5-0EB1-4D5B-95C0-C8D895760D55}" dt="2025-04-28T13:30:21.228" v="581" actId="1076"/>
          <ac:spMkLst>
            <pc:docMk/>
            <pc:sldMk cId="2767792044" sldId="260"/>
            <ac:spMk id="3" creationId="{B89DE927-978E-9FCC-BAEB-6F540A6895FC}"/>
          </ac:spMkLst>
        </pc:spChg>
        <pc:spChg chg="add mod">
          <ac:chgData name="Leandro M Machado" userId="d82476bb6fadd58c" providerId="LiveId" clId="{A08595F5-0EB1-4D5B-95C0-C8D895760D55}" dt="2025-04-28T13:30:21.228" v="581" actId="1076"/>
          <ac:spMkLst>
            <pc:docMk/>
            <pc:sldMk cId="2767792044" sldId="260"/>
            <ac:spMk id="5" creationId="{0C19AFF9-2679-CFC5-90E7-FAD89D4E8B59}"/>
          </ac:spMkLst>
        </pc:spChg>
      </pc:sldChg>
      <pc:sldChg chg="addSp modSp new mod">
        <pc:chgData name="Leandro M Machado" userId="d82476bb6fadd58c" providerId="LiveId" clId="{A08595F5-0EB1-4D5B-95C0-C8D895760D55}" dt="2025-04-28T13:31:27.320" v="615" actId="14100"/>
        <pc:sldMkLst>
          <pc:docMk/>
          <pc:sldMk cId="2887745652" sldId="261"/>
        </pc:sldMkLst>
        <pc:spChg chg="mod">
          <ac:chgData name="Leandro M Machado" userId="d82476bb6fadd58c" providerId="LiveId" clId="{A08595F5-0EB1-4D5B-95C0-C8D895760D55}" dt="2025-04-28T13:31:18.847" v="611" actId="20577"/>
          <ac:spMkLst>
            <pc:docMk/>
            <pc:sldMk cId="2887745652" sldId="261"/>
            <ac:spMk id="2" creationId="{6143E10D-DFFB-7C4B-DA56-D91BF4DCA5C5}"/>
          </ac:spMkLst>
        </pc:spChg>
        <pc:picChg chg="add mod">
          <ac:chgData name="Leandro M Machado" userId="d82476bb6fadd58c" providerId="LiveId" clId="{A08595F5-0EB1-4D5B-95C0-C8D895760D55}" dt="2025-04-28T13:31:27.320" v="615" actId="14100"/>
          <ac:picMkLst>
            <pc:docMk/>
            <pc:sldMk cId="2887745652" sldId="261"/>
            <ac:picMk id="5" creationId="{0EDE7B2B-EFED-7680-26E1-00FB46369548}"/>
          </ac:picMkLst>
        </pc:picChg>
      </pc:sldChg>
      <pc:sldChg chg="addSp modSp new mod">
        <pc:chgData name="Leandro M Machado" userId="d82476bb6fadd58c" providerId="LiveId" clId="{A08595F5-0EB1-4D5B-95C0-C8D895760D55}" dt="2025-04-28T13:34:35.470" v="646" actId="14100"/>
        <pc:sldMkLst>
          <pc:docMk/>
          <pc:sldMk cId="972724175" sldId="262"/>
        </pc:sldMkLst>
        <pc:spChg chg="mod">
          <ac:chgData name="Leandro M Machado" userId="d82476bb6fadd58c" providerId="LiveId" clId="{A08595F5-0EB1-4D5B-95C0-C8D895760D55}" dt="2025-04-28T13:34:10.558" v="641" actId="20577"/>
          <ac:spMkLst>
            <pc:docMk/>
            <pc:sldMk cId="972724175" sldId="262"/>
            <ac:spMk id="2" creationId="{688BAA12-842D-E7D4-21E1-DEAD2342DAAC}"/>
          </ac:spMkLst>
        </pc:spChg>
        <pc:spChg chg="mod">
          <ac:chgData name="Leandro M Machado" userId="d82476bb6fadd58c" providerId="LiveId" clId="{A08595F5-0EB1-4D5B-95C0-C8D895760D55}" dt="2025-04-28T13:34:12.223" v="642"/>
          <ac:spMkLst>
            <pc:docMk/>
            <pc:sldMk cId="972724175" sldId="262"/>
            <ac:spMk id="3" creationId="{FD4B1D64-5F63-AA8E-8E19-C7B6721F3690}"/>
          </ac:spMkLst>
        </pc:spChg>
        <pc:picChg chg="add mod">
          <ac:chgData name="Leandro M Machado" userId="d82476bb6fadd58c" providerId="LiveId" clId="{A08595F5-0EB1-4D5B-95C0-C8D895760D55}" dt="2025-04-28T13:34:35.470" v="646" actId="14100"/>
          <ac:picMkLst>
            <pc:docMk/>
            <pc:sldMk cId="972724175" sldId="262"/>
            <ac:picMk id="5" creationId="{A86CC708-E429-A777-CD3C-C8874F19E193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9CACF0C-FF37-2004-351D-B5043C7B0CD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81ABA44F-F4DE-082A-2A52-EBFDC24A8D2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  <a:endParaRPr lang="en-US"/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B0DD358C-1446-B98A-F0D1-ED739B152F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350148-ADD3-44A3-A2DD-196DFF6B6424}" type="datetimeFigureOut">
              <a:rPr lang="en-US" smtClean="0"/>
              <a:t>4/28/2025</a:t>
            </a:fld>
            <a:endParaRPr lang="en-US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2F441629-1B82-FC46-7811-07BEB3AAD8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B2D52B4D-A361-64D8-92A2-39BAC7DF5A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6E3BEF-55DB-48B5-BBEB-091EDA768EDE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706110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913F759-2A0B-81C3-3E7D-ABD9161357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C1E62F2C-D70A-4522-A563-5596979B64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5017A450-B3C9-735B-62B8-C9E15E528D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350148-ADD3-44A3-A2DD-196DFF6B6424}" type="datetimeFigureOut">
              <a:rPr lang="en-US" smtClean="0"/>
              <a:t>4/28/2025</a:t>
            </a:fld>
            <a:endParaRPr lang="en-US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B65137B1-3635-5949-3D12-6A60226C3A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4905D3D9-3A0F-12C8-4338-E62082B6A5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6E3BEF-55DB-48B5-BBEB-091EDA768EDE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596116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C9D0460-20EC-2C33-E303-CF477EAF6F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5DA773B8-D680-B64D-B4CB-1A80F915765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2E355EA1-4F16-2804-9AEA-D314CF35B8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350148-ADD3-44A3-A2DD-196DFF6B6424}" type="datetimeFigureOut">
              <a:rPr lang="en-US" smtClean="0"/>
              <a:t>4/28/2025</a:t>
            </a:fld>
            <a:endParaRPr lang="en-US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6D78A1F8-8FA8-94DB-8659-0D9EA42FB3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93AFC4A1-8CEB-3699-E685-FD9D495AF9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6E3BEF-55DB-48B5-BBEB-091EDA768EDE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528141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B980D1F-4661-E654-76F9-B756CEE094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A5AE6E6A-4736-13BC-58E4-ACCB4F0F5B2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23FF396C-A149-FA20-0AEE-046658F16A1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BFA40F25-CFE2-478D-6871-E1400F1156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350148-ADD3-44A3-A2DD-196DFF6B6424}" type="datetimeFigureOut">
              <a:rPr lang="en-US" smtClean="0"/>
              <a:t>4/28/2025</a:t>
            </a:fld>
            <a:endParaRPr lang="en-US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D84506B1-E52D-8CA8-B1B9-9D0BC66C3F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69E4D799-B417-13B9-2FD6-0C8DE34D5C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6E3BEF-55DB-48B5-BBEB-091EDA768EDE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241061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F6D014F-4AB1-B898-BC9A-92043DDEAC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11B74FBA-3B61-CF5B-1778-E0EE057ABFE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008DB7-3019-F47C-5878-C88D33BC312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8A6F04F2-9D16-9F6C-CC04-410DF34FAAE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AD8CC67C-6FD5-2BAB-D42F-154F3ED7EEE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3EBB82AF-C751-3700-DE92-2716592E74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350148-ADD3-44A3-A2DD-196DFF6B6424}" type="datetimeFigureOut">
              <a:rPr lang="en-US" smtClean="0"/>
              <a:t>4/28/2025</a:t>
            </a:fld>
            <a:endParaRPr lang="en-US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AD33F39D-6C73-5130-56AB-415C2A2D99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B49D44AA-1772-AA99-C952-C472D46D07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6E3BEF-55DB-48B5-BBEB-091EDA768EDE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71165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E243C75-1AF5-7106-3B9E-9A40821BDC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58646206-242A-0103-06CE-EAF9EC5526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350148-ADD3-44A3-A2DD-196DFF6B6424}" type="datetimeFigureOut">
              <a:rPr lang="en-US" smtClean="0"/>
              <a:t>4/28/2025</a:t>
            </a:fld>
            <a:endParaRPr lang="en-US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6311D1DA-EA71-5331-4B9C-16B310686E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8715A143-0A94-77F0-05D7-BC81C4C427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6E3BEF-55DB-48B5-BBEB-091EDA768EDE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639792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3E202CB0-1237-94E6-E67A-A64BA222DB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350148-ADD3-44A3-A2DD-196DFF6B6424}" type="datetimeFigureOut">
              <a:rPr lang="en-US" smtClean="0"/>
              <a:t>4/28/2025</a:t>
            </a:fld>
            <a:endParaRPr lang="en-US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855CF6F1-5139-0F73-86CB-1F21CA9746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168F21CF-59FB-ECE4-0369-A4107C7C09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6E3BEF-55DB-48B5-BBEB-091EDA768EDE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491064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3B060A1-7404-A3FB-D079-7517FADD36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5721201D-FA93-9705-70BC-CD3D5210C86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5C2DEEF7-65F8-441D-71C6-156AFF29886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9BE598D4-01E2-27A5-1614-BC5089C94F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350148-ADD3-44A3-A2DD-196DFF6B6424}" type="datetimeFigureOut">
              <a:rPr lang="en-US" smtClean="0"/>
              <a:t>4/28/2025</a:t>
            </a:fld>
            <a:endParaRPr lang="en-US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5FFEDAE9-3496-7D70-1796-C772080DE7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1935DF04-8830-E8A5-805B-2D99E02E69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6E3BEF-55DB-48B5-BBEB-091EDA768EDE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27443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B33031A-4E01-2680-EC21-58A7F1ABE9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DBDDC075-0F5F-0A35-892B-D7201882D53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39D70E46-6055-7D05-AB3C-8DD0F93910A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04DEF39A-DB28-E2CD-ABC4-A3D136C023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350148-ADD3-44A3-A2DD-196DFF6B6424}" type="datetimeFigureOut">
              <a:rPr lang="en-US" smtClean="0"/>
              <a:t>4/28/2025</a:t>
            </a:fld>
            <a:endParaRPr lang="en-US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128E6D53-5CB0-0B86-DA45-B8340CAA53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87FB3CF2-8CAA-3683-88B3-3672162A71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6E3BEF-55DB-48B5-BBEB-091EDA768EDE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230083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F13238D-FE47-D4FA-687F-6CDF9E8719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6662FD55-0048-A54A-6255-CA39E49CE8D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2FA1F60A-2F00-ADA2-E47F-8B9563F608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350148-ADD3-44A3-A2DD-196DFF6B6424}" type="datetimeFigureOut">
              <a:rPr lang="en-US" smtClean="0"/>
              <a:t>4/28/2025</a:t>
            </a:fld>
            <a:endParaRPr lang="en-US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B30C3B58-E44F-562B-B82A-9E0CA807B3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3BD12F3B-09AA-9B7E-D044-85DBCBB9C0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6E3BEF-55DB-48B5-BBEB-091EDA768EDE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221408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77CBB2ED-DA18-05AF-3282-B4A9B079FB3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91B013C9-A1D9-FBDD-C14F-8F6131E970E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E6EE823A-E541-FE65-0C90-B9E13BC7D1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350148-ADD3-44A3-A2DD-196DFF6B6424}" type="datetimeFigureOut">
              <a:rPr lang="en-US" smtClean="0"/>
              <a:t>4/28/2025</a:t>
            </a:fld>
            <a:endParaRPr lang="en-US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984B0591-0971-5BEE-A7DA-F86DCBCE10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B39899FB-8380-7B0E-C6DA-298F89C88A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6E3BEF-55DB-48B5-BBEB-091EDA768EDE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364713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4F864E8E-CBE1-75E2-ED00-065D9FC6EF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B9D9507F-159E-F4C2-5507-6503376494D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7D68491E-EB9E-3C83-FA86-9DF2B9FF339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C350148-ADD3-44A3-A2DD-196DFF6B6424}" type="datetimeFigureOut">
              <a:rPr lang="en-US" smtClean="0"/>
              <a:t>4/28/2025</a:t>
            </a:fld>
            <a:endParaRPr lang="en-US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BE453415-549E-F6A6-B548-10C2CC2C93C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E6393E7C-80D7-F5E6-A8C3-80BA79CFE91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A6E3BEF-55DB-48B5-BBEB-091EDA768EDE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60851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7BCA535-481D-BB15-7C64-9C53667590F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pt-BR" dirty="0" err="1"/>
              <a:t>Optical</a:t>
            </a:r>
            <a:r>
              <a:rPr lang="pt-BR" dirty="0"/>
              <a:t> </a:t>
            </a:r>
            <a:r>
              <a:rPr lang="pt-BR" dirty="0" err="1"/>
              <a:t>Acoustic</a:t>
            </a:r>
            <a:r>
              <a:rPr lang="pt-BR" dirty="0"/>
              <a:t> Sensor</a:t>
            </a:r>
            <a:endParaRPr lang="en-US" dirty="0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0850FF7B-13A3-1F0D-4818-687D85E4967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pt-BR" dirty="0" err="1"/>
              <a:t>Acquisition</a:t>
            </a:r>
            <a:r>
              <a:rPr lang="pt-BR" dirty="0"/>
              <a:t> </a:t>
            </a:r>
            <a:r>
              <a:rPr lang="pt-BR" dirty="0" err="1"/>
              <a:t>and</a:t>
            </a:r>
            <a:r>
              <a:rPr lang="pt-BR" dirty="0"/>
              <a:t> </a:t>
            </a:r>
            <a:r>
              <a:rPr lang="pt-BR" dirty="0" err="1"/>
              <a:t>Analysis</a:t>
            </a:r>
            <a:r>
              <a:rPr lang="pt-BR" dirty="0"/>
              <a:t> Software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619026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9B1D8A2-441C-0F9B-5975-A45EFEF2E9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Arquitetura em Camadas (MVC)</a:t>
            </a:r>
            <a:endParaRPr lang="en-US" dirty="0"/>
          </a:p>
        </p:txBody>
      </p:sp>
      <p:sp>
        <p:nvSpPr>
          <p:cNvPr id="7" name="Retângulo 6">
            <a:extLst>
              <a:ext uri="{FF2B5EF4-FFF2-40B4-BE49-F238E27FC236}">
                <a16:creationId xmlns:a16="http://schemas.microsoft.com/office/drawing/2014/main" id="{84C62639-88C4-964E-34D9-EB8462FA4E9A}"/>
              </a:ext>
            </a:extLst>
          </p:cNvPr>
          <p:cNvSpPr/>
          <p:nvPr/>
        </p:nvSpPr>
        <p:spPr>
          <a:xfrm>
            <a:off x="8150942" y="2349244"/>
            <a:ext cx="2792361" cy="88490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285750" indent="-285750" algn="ctr">
              <a:buFont typeface="Arial" panose="020B0604020202020204" pitchFamily="34" charset="0"/>
              <a:buChar char="•"/>
            </a:pPr>
            <a:r>
              <a:rPr lang="pt-BR" dirty="0"/>
              <a:t>Telas de aquisição</a:t>
            </a:r>
            <a:endParaRPr lang="en-US" dirty="0"/>
          </a:p>
          <a:p>
            <a:pPr marL="285750" indent="-285750" algn="ctr">
              <a:buFont typeface="Arial" panose="020B0604020202020204" pitchFamily="34" charset="0"/>
              <a:buChar char="•"/>
            </a:pPr>
            <a:r>
              <a:rPr lang="en-US" dirty="0" err="1"/>
              <a:t>Visualizações</a:t>
            </a:r>
            <a:r>
              <a:rPr lang="en-US" dirty="0"/>
              <a:t> dos dados</a:t>
            </a:r>
          </a:p>
          <a:p>
            <a:pPr marL="285750" indent="-285750" algn="ctr">
              <a:buFont typeface="Arial" panose="020B0604020202020204" pitchFamily="34" charset="0"/>
              <a:buChar char="•"/>
            </a:pPr>
            <a:endParaRPr lang="pt-BR" dirty="0"/>
          </a:p>
        </p:txBody>
      </p:sp>
      <p:sp>
        <p:nvSpPr>
          <p:cNvPr id="8" name="Retângulo 7">
            <a:extLst>
              <a:ext uri="{FF2B5EF4-FFF2-40B4-BE49-F238E27FC236}">
                <a16:creationId xmlns:a16="http://schemas.microsoft.com/office/drawing/2014/main" id="{D5778F8C-91F4-4656-D1A8-D78178DBB6AF}"/>
              </a:ext>
            </a:extLst>
          </p:cNvPr>
          <p:cNvSpPr/>
          <p:nvPr/>
        </p:nvSpPr>
        <p:spPr>
          <a:xfrm>
            <a:off x="8150941" y="3772463"/>
            <a:ext cx="2792361" cy="88490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tângulo 8">
            <a:extLst>
              <a:ext uri="{FF2B5EF4-FFF2-40B4-BE49-F238E27FC236}">
                <a16:creationId xmlns:a16="http://schemas.microsoft.com/office/drawing/2014/main" id="{E60ABE54-97B5-D1F7-9E7B-36F29427B7D6}"/>
              </a:ext>
            </a:extLst>
          </p:cNvPr>
          <p:cNvSpPr/>
          <p:nvPr/>
        </p:nvSpPr>
        <p:spPr>
          <a:xfrm>
            <a:off x="7541342" y="4993458"/>
            <a:ext cx="4011560" cy="127952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pt-BR" dirty="0"/>
              <a:t>Modelo (model)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Acesso ao Hardware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Processamento de Sinais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Armazenamento e recuperação de dados</a:t>
            </a:r>
            <a:endParaRPr lang="en-US" dirty="0"/>
          </a:p>
        </p:txBody>
      </p:sp>
      <p:sp>
        <p:nvSpPr>
          <p:cNvPr id="10" name="Retângulo 9">
            <a:extLst>
              <a:ext uri="{FF2B5EF4-FFF2-40B4-BE49-F238E27FC236}">
                <a16:creationId xmlns:a16="http://schemas.microsoft.com/office/drawing/2014/main" id="{9B7564ED-F9CC-C3D3-9B91-BA1E3238F1DD}"/>
              </a:ext>
            </a:extLst>
          </p:cNvPr>
          <p:cNvSpPr/>
          <p:nvPr/>
        </p:nvSpPr>
        <p:spPr>
          <a:xfrm>
            <a:off x="7541343" y="2149478"/>
            <a:ext cx="4011560" cy="127952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pt-BR" dirty="0"/>
              <a:t>Interface (</a:t>
            </a:r>
            <a:r>
              <a:rPr lang="pt-BR" dirty="0" err="1"/>
              <a:t>View</a:t>
            </a:r>
            <a:r>
              <a:rPr lang="pt-BR" dirty="0"/>
              <a:t>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Telas de aquisição</a:t>
            </a: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/>
              <a:t>Visualizações</a:t>
            </a:r>
            <a:r>
              <a:rPr lang="en-US" dirty="0"/>
              <a:t> dos dados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Controle de </a:t>
            </a:r>
            <a:r>
              <a:rPr lang="en-US" dirty="0" err="1"/>
              <a:t>Usuário</a:t>
            </a: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pt-BR" dirty="0"/>
          </a:p>
        </p:txBody>
      </p:sp>
      <p:sp>
        <p:nvSpPr>
          <p:cNvPr id="11" name="Retângulo 10">
            <a:extLst>
              <a:ext uri="{FF2B5EF4-FFF2-40B4-BE49-F238E27FC236}">
                <a16:creationId xmlns:a16="http://schemas.microsoft.com/office/drawing/2014/main" id="{656BB17F-55C7-A8F1-B3D4-0CF24600F3D0}"/>
              </a:ext>
            </a:extLst>
          </p:cNvPr>
          <p:cNvSpPr/>
          <p:nvPr/>
        </p:nvSpPr>
        <p:spPr>
          <a:xfrm>
            <a:off x="7541342" y="3572697"/>
            <a:ext cx="4011560" cy="127952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pt-BR" dirty="0"/>
              <a:t>Controladores (</a:t>
            </a:r>
            <a:r>
              <a:rPr lang="pt-BR" dirty="0" err="1"/>
              <a:t>controller</a:t>
            </a:r>
            <a:r>
              <a:rPr lang="pt-BR" dirty="0"/>
              <a:t>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Gerenciamento de Aquisição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Controle de Processamento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Gerenciamento de Configuração</a:t>
            </a:r>
            <a:endParaRPr lang="en-US" dirty="0"/>
          </a:p>
        </p:txBody>
      </p:sp>
      <p:pic>
        <p:nvPicPr>
          <p:cNvPr id="13" name="Imagem 12">
            <a:extLst>
              <a:ext uri="{FF2B5EF4-FFF2-40B4-BE49-F238E27FC236}">
                <a16:creationId xmlns:a16="http://schemas.microsoft.com/office/drawing/2014/main" id="{196594EF-3B0D-6AD5-9637-49589BAE60A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433" y="2991063"/>
            <a:ext cx="6325483" cy="3439005"/>
          </a:xfrm>
          <a:prstGeom prst="rect">
            <a:avLst/>
          </a:prstGeom>
        </p:spPr>
      </p:pic>
      <p:sp>
        <p:nvSpPr>
          <p:cNvPr id="15" name="CaixaDeTexto 14">
            <a:extLst>
              <a:ext uri="{FF2B5EF4-FFF2-40B4-BE49-F238E27FC236}">
                <a16:creationId xmlns:a16="http://schemas.microsoft.com/office/drawing/2014/main" id="{CA3A181D-48BF-8C7F-ECDC-3235A760C9BA}"/>
              </a:ext>
            </a:extLst>
          </p:cNvPr>
          <p:cNvSpPr txBox="1"/>
          <p:nvPr/>
        </p:nvSpPr>
        <p:spPr>
          <a:xfrm>
            <a:off x="835742" y="2308527"/>
            <a:ext cx="6096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b="0" i="0" dirty="0">
                <a:solidFill>
                  <a:srgbClr val="242424"/>
                </a:solidFill>
                <a:effectLst/>
                <a:latin typeface="source-serif-pro"/>
              </a:rPr>
              <a:t>MVC é a sigla para Model-</a:t>
            </a:r>
            <a:r>
              <a:rPr lang="pt-BR" b="0" i="0" dirty="0" err="1">
                <a:solidFill>
                  <a:srgbClr val="242424"/>
                </a:solidFill>
                <a:effectLst/>
                <a:latin typeface="source-serif-pro"/>
              </a:rPr>
              <a:t>View</a:t>
            </a:r>
            <a:r>
              <a:rPr lang="pt-BR" b="0" i="0" dirty="0">
                <a:solidFill>
                  <a:srgbClr val="242424"/>
                </a:solidFill>
                <a:effectLst/>
                <a:latin typeface="source-serif-pro"/>
              </a:rPr>
              <a:t>-</a:t>
            </a:r>
            <a:r>
              <a:rPr lang="pt-BR" b="0" i="0" dirty="0" err="1">
                <a:solidFill>
                  <a:srgbClr val="242424"/>
                </a:solidFill>
                <a:effectLst/>
                <a:latin typeface="source-serif-pro"/>
              </a:rPr>
              <a:t>Controller</a:t>
            </a:r>
            <a:r>
              <a:rPr lang="pt-BR" b="0" i="0" dirty="0">
                <a:solidFill>
                  <a:srgbClr val="242424"/>
                </a:solidFill>
                <a:effectLst/>
                <a:latin typeface="source-serif-pro"/>
              </a:rPr>
              <a:t> (Modelo-Visão-Controlador)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2253689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B44E5B9-73CC-B81F-23AB-B1172F3EB8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i="0" dirty="0">
                <a:solidFill>
                  <a:srgbClr val="D8DEE9"/>
                </a:solidFill>
                <a:effectLst/>
                <a:latin typeface="Segoe WPC"/>
              </a:rPr>
              <a:t>2. </a:t>
            </a:r>
            <a:r>
              <a:rPr lang="en-US" b="1" i="0" dirty="0" err="1">
                <a:solidFill>
                  <a:srgbClr val="D8DEE9"/>
                </a:solidFill>
                <a:effectLst/>
                <a:latin typeface="Segoe WPC"/>
              </a:rPr>
              <a:t>Estrutura</a:t>
            </a:r>
            <a:r>
              <a:rPr lang="en-US" b="1" i="0" dirty="0">
                <a:solidFill>
                  <a:srgbClr val="D8DEE9"/>
                </a:solidFill>
                <a:effectLst/>
                <a:latin typeface="Segoe WPC"/>
              </a:rPr>
              <a:t> de </a:t>
            </a:r>
            <a:r>
              <a:rPr lang="en-US" b="1" i="0" dirty="0" err="1">
                <a:solidFill>
                  <a:srgbClr val="D8DEE9"/>
                </a:solidFill>
                <a:effectLst/>
                <a:latin typeface="Segoe WPC"/>
              </a:rPr>
              <a:t>Módulos</a:t>
            </a:r>
            <a:br>
              <a:rPr lang="en-US" b="1" i="0" dirty="0">
                <a:solidFill>
                  <a:srgbClr val="D8DEE9"/>
                </a:solidFill>
                <a:effectLst/>
                <a:latin typeface="Segoe WPC"/>
              </a:rPr>
            </a:br>
            <a:endParaRPr lang="en-US" dirty="0"/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B86D8FD8-9CC0-7E13-C201-06D8A7D5ECB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78800" y="6371230"/>
            <a:ext cx="4013200" cy="523846"/>
          </a:xfrm>
          <a:prstGeom prst="rect">
            <a:avLst/>
          </a:prstGeom>
        </p:spPr>
      </p:pic>
      <p:pic>
        <p:nvPicPr>
          <p:cNvPr id="11" name="Espaço Reservado para Conteúdo 10">
            <a:extLst>
              <a:ext uri="{FF2B5EF4-FFF2-40B4-BE49-F238E27FC236}">
                <a16:creationId xmlns:a16="http://schemas.microsoft.com/office/drawing/2014/main" id="{AF984A2B-80B3-A209-419B-748939C7348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1400124" y="1790700"/>
            <a:ext cx="9391752" cy="4421188"/>
          </a:xfrm>
        </p:spPr>
      </p:pic>
    </p:spTree>
    <p:extLst>
      <p:ext uri="{BB962C8B-B14F-4D97-AF65-F5344CB8AC3E}">
        <p14:creationId xmlns:p14="http://schemas.microsoft.com/office/powerpoint/2010/main" val="279063814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FC74EB3-BD13-9AA3-8CE4-10C012C829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Fluxo de Funcionamento</a:t>
            </a:r>
            <a:endParaRPr lang="en-US" dirty="0"/>
          </a:p>
        </p:txBody>
      </p:sp>
      <p:pic>
        <p:nvPicPr>
          <p:cNvPr id="5" name="Espaço Reservado para Conteúdo 4">
            <a:extLst>
              <a:ext uri="{FF2B5EF4-FFF2-40B4-BE49-F238E27FC236}">
                <a16:creationId xmlns:a16="http://schemas.microsoft.com/office/drawing/2014/main" id="{576E2366-FB89-98E9-7BB6-5CBBF120733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306903" y="1690688"/>
            <a:ext cx="7578194" cy="4621212"/>
          </a:xfrm>
        </p:spPr>
      </p:pic>
    </p:spTree>
    <p:extLst>
      <p:ext uri="{BB962C8B-B14F-4D97-AF65-F5344CB8AC3E}">
        <p14:creationId xmlns:p14="http://schemas.microsoft.com/office/powerpoint/2010/main" val="344747143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EA86834-2A8A-AD9F-FDC1-B52B087769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Funcionalidades a Adicionar</a:t>
            </a:r>
            <a:endParaRPr lang="en-US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89DE927-978E-9FCC-BAEB-6F540A6895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98500" y="1559757"/>
            <a:ext cx="4546600" cy="4351338"/>
          </a:xfrm>
        </p:spPr>
        <p:txBody>
          <a:bodyPr>
            <a:noAutofit/>
          </a:bodyPr>
          <a:lstStyle/>
          <a:p>
            <a:pPr>
              <a:spcBef>
                <a:spcPts val="1500"/>
              </a:spcBef>
              <a:spcAft>
                <a:spcPts val="750"/>
              </a:spcAft>
              <a:buNone/>
            </a:pPr>
            <a:r>
              <a:rPr lang="pt-BR" sz="1300" b="1" dirty="0">
                <a:effectLst/>
              </a:rPr>
              <a:t>Funcionalidades a Adicionar</a:t>
            </a:r>
          </a:p>
          <a:p>
            <a:pPr>
              <a:spcBef>
                <a:spcPts val="150"/>
              </a:spcBef>
              <a:spcAft>
                <a:spcPts val="150"/>
              </a:spcAft>
              <a:buFont typeface="+mj-lt"/>
              <a:buAutoNum type="arabicPeriod"/>
            </a:pPr>
            <a:r>
              <a:rPr lang="pt-BR" sz="1300" b="1" dirty="0">
                <a:effectLst/>
              </a:rPr>
              <a:t>Gestão de Usuários e Permissões</a:t>
            </a:r>
            <a:endParaRPr lang="pt-BR" sz="1300" dirty="0">
              <a:effectLst/>
            </a:endParaRPr>
          </a:p>
          <a:p>
            <a:pPr>
              <a:spcBef>
                <a:spcPts val="150"/>
              </a:spcBef>
              <a:spcAft>
                <a:spcPts val="150"/>
              </a:spcAft>
              <a:buFont typeface="Arial" panose="020B0604020202020204" pitchFamily="34" charset="0"/>
              <a:buChar char="•"/>
            </a:pPr>
            <a:r>
              <a:rPr lang="pt-BR" sz="1300" dirty="0">
                <a:effectLst/>
              </a:rPr>
              <a:t>Diferentes níveis: administrador, técnico, visualizador</a:t>
            </a:r>
          </a:p>
          <a:p>
            <a:pPr>
              <a:spcBef>
                <a:spcPts val="150"/>
              </a:spcBef>
              <a:spcAft>
                <a:spcPts val="150"/>
              </a:spcAft>
              <a:buFont typeface="Arial" panose="020B0604020202020204" pitchFamily="34" charset="0"/>
              <a:buChar char="•"/>
            </a:pPr>
            <a:r>
              <a:rPr lang="pt-BR" sz="1300" dirty="0">
                <a:effectLst/>
              </a:rPr>
              <a:t>Login com senha ou integração com sistemas empresariais</a:t>
            </a:r>
          </a:p>
          <a:p>
            <a:pPr>
              <a:spcBef>
                <a:spcPts val="150"/>
              </a:spcBef>
              <a:spcAft>
                <a:spcPts val="150"/>
              </a:spcAft>
              <a:buFont typeface="+mj-lt"/>
              <a:buAutoNum type="arabicPeriod" startAt="2"/>
            </a:pPr>
            <a:r>
              <a:rPr lang="pt-BR" sz="1300" b="1" dirty="0">
                <a:effectLst/>
              </a:rPr>
              <a:t>Módulo de Configurações Avançadas</a:t>
            </a:r>
            <a:endParaRPr lang="pt-BR" sz="1300" dirty="0">
              <a:effectLst/>
            </a:endParaRPr>
          </a:p>
          <a:p>
            <a:pPr>
              <a:spcBef>
                <a:spcPts val="150"/>
              </a:spcBef>
              <a:spcAft>
                <a:spcPts val="150"/>
              </a:spcAft>
              <a:buFont typeface="Arial" panose="020B0604020202020204" pitchFamily="34" charset="0"/>
              <a:buChar char="•"/>
            </a:pPr>
            <a:r>
              <a:rPr lang="pt-BR" sz="1300" dirty="0">
                <a:effectLst/>
              </a:rPr>
              <a:t>Calibração do sistema</a:t>
            </a:r>
          </a:p>
          <a:p>
            <a:pPr>
              <a:spcBef>
                <a:spcPts val="150"/>
              </a:spcBef>
              <a:spcAft>
                <a:spcPts val="150"/>
              </a:spcAft>
              <a:buFont typeface="Arial" panose="020B0604020202020204" pitchFamily="34" charset="0"/>
              <a:buChar char="•"/>
            </a:pPr>
            <a:r>
              <a:rPr lang="pt-BR" sz="1300" dirty="0">
                <a:effectLst/>
              </a:rPr>
              <a:t>Parâmetros de aquisição personalizados</a:t>
            </a:r>
          </a:p>
          <a:p>
            <a:pPr>
              <a:spcBef>
                <a:spcPts val="150"/>
              </a:spcBef>
              <a:spcAft>
                <a:spcPts val="150"/>
              </a:spcAft>
              <a:buFont typeface="Arial" panose="020B0604020202020204" pitchFamily="34" charset="0"/>
              <a:buChar char="•"/>
            </a:pPr>
            <a:r>
              <a:rPr lang="pt-BR" sz="1300" dirty="0">
                <a:effectLst/>
              </a:rPr>
              <a:t>Armazenamento de </a:t>
            </a:r>
            <a:r>
              <a:rPr lang="pt-BR" sz="1300" dirty="0" err="1">
                <a:effectLst/>
              </a:rPr>
              <a:t>presets</a:t>
            </a:r>
            <a:r>
              <a:rPr lang="pt-BR" sz="1300" dirty="0">
                <a:effectLst/>
              </a:rPr>
              <a:t> para diferentes cenários</a:t>
            </a:r>
          </a:p>
          <a:p>
            <a:pPr>
              <a:spcBef>
                <a:spcPts val="150"/>
              </a:spcBef>
              <a:spcAft>
                <a:spcPts val="150"/>
              </a:spcAft>
              <a:buFont typeface="+mj-lt"/>
              <a:buAutoNum type="arabicPeriod" startAt="3"/>
            </a:pPr>
            <a:r>
              <a:rPr lang="pt-BR" sz="1300" b="1" dirty="0">
                <a:effectLst/>
              </a:rPr>
              <a:t>Gestão de Banco de Dados</a:t>
            </a:r>
            <a:endParaRPr lang="pt-BR" sz="1300" dirty="0">
              <a:effectLst/>
            </a:endParaRPr>
          </a:p>
          <a:p>
            <a:pPr>
              <a:spcBef>
                <a:spcPts val="150"/>
              </a:spcBef>
              <a:spcAft>
                <a:spcPts val="150"/>
              </a:spcAft>
              <a:buFont typeface="Arial" panose="020B0604020202020204" pitchFamily="34" charset="0"/>
              <a:buChar char="•"/>
            </a:pPr>
            <a:r>
              <a:rPr lang="pt-BR" sz="1300" dirty="0">
                <a:effectLst/>
              </a:rPr>
              <a:t>Armazenamento estruturado de dados</a:t>
            </a:r>
          </a:p>
          <a:p>
            <a:pPr>
              <a:spcBef>
                <a:spcPts val="150"/>
              </a:spcBef>
              <a:spcAft>
                <a:spcPts val="150"/>
              </a:spcAft>
              <a:buFont typeface="Arial" panose="020B0604020202020204" pitchFamily="34" charset="0"/>
              <a:buChar char="•"/>
            </a:pPr>
            <a:r>
              <a:rPr lang="pt-BR" sz="1300" dirty="0">
                <a:effectLst/>
              </a:rPr>
              <a:t>Sistema de consultas para buscar dados históricos</a:t>
            </a:r>
          </a:p>
          <a:p>
            <a:pPr>
              <a:spcBef>
                <a:spcPts val="150"/>
              </a:spcBef>
              <a:spcAft>
                <a:spcPts val="150"/>
              </a:spcAft>
              <a:buFont typeface="Arial" panose="020B0604020202020204" pitchFamily="34" charset="0"/>
              <a:buChar char="•"/>
            </a:pPr>
            <a:r>
              <a:rPr lang="pt-BR" sz="1300" dirty="0">
                <a:effectLst/>
              </a:rPr>
              <a:t>Indexação para melhorar performance</a:t>
            </a:r>
          </a:p>
          <a:p>
            <a:pPr>
              <a:spcBef>
                <a:spcPts val="150"/>
              </a:spcBef>
              <a:spcAft>
                <a:spcPts val="150"/>
              </a:spcAft>
              <a:buFont typeface="+mj-lt"/>
              <a:buAutoNum type="arabicPeriod" startAt="4"/>
            </a:pPr>
            <a:r>
              <a:rPr lang="pt-BR" sz="1300" b="1" dirty="0">
                <a:effectLst/>
              </a:rPr>
              <a:t>Relatórios Automatizados</a:t>
            </a:r>
            <a:endParaRPr lang="pt-BR" sz="1300" dirty="0">
              <a:effectLst/>
            </a:endParaRPr>
          </a:p>
          <a:p>
            <a:pPr>
              <a:spcBef>
                <a:spcPts val="150"/>
              </a:spcBef>
              <a:spcAft>
                <a:spcPts val="150"/>
              </a:spcAft>
              <a:buFont typeface="Arial" panose="020B0604020202020204" pitchFamily="34" charset="0"/>
              <a:buChar char="•"/>
            </a:pPr>
            <a:r>
              <a:rPr lang="pt-BR" sz="1300" dirty="0">
                <a:effectLst/>
              </a:rPr>
              <a:t>Exportação em formatos PDF, HTML, </a:t>
            </a:r>
            <a:r>
              <a:rPr lang="pt-BR" sz="1300" dirty="0" err="1">
                <a:effectLst/>
              </a:rPr>
              <a:t>docx</a:t>
            </a:r>
            <a:endParaRPr lang="pt-BR" sz="1300" dirty="0">
              <a:effectLst/>
            </a:endParaRPr>
          </a:p>
          <a:p>
            <a:pPr>
              <a:spcBef>
                <a:spcPts val="150"/>
              </a:spcBef>
              <a:spcAft>
                <a:spcPts val="150"/>
              </a:spcAft>
              <a:buFont typeface="Arial" panose="020B0604020202020204" pitchFamily="34" charset="0"/>
              <a:buChar char="•"/>
            </a:pPr>
            <a:r>
              <a:rPr lang="pt-BR" sz="1300" dirty="0">
                <a:effectLst/>
              </a:rPr>
              <a:t>Gráficos comparativos</a:t>
            </a:r>
          </a:p>
          <a:p>
            <a:pPr>
              <a:spcBef>
                <a:spcPts val="150"/>
              </a:spcBef>
              <a:spcAft>
                <a:spcPts val="150"/>
              </a:spcAft>
              <a:buFont typeface="Arial" panose="020B0604020202020204" pitchFamily="34" charset="0"/>
              <a:buChar char="•"/>
            </a:pPr>
            <a:r>
              <a:rPr lang="pt-BR" sz="1300" dirty="0">
                <a:effectLst/>
              </a:rPr>
              <a:t>Inclusão de metadados e informações do operador</a:t>
            </a:r>
          </a:p>
          <a:p>
            <a:pPr>
              <a:spcBef>
                <a:spcPts val="150"/>
              </a:spcBef>
              <a:spcAft>
                <a:spcPts val="150"/>
              </a:spcAft>
              <a:buFont typeface="+mj-lt"/>
              <a:buAutoNum type="arabicPeriod" startAt="5"/>
            </a:pPr>
            <a:r>
              <a:rPr lang="pt-BR" sz="1300" b="1" dirty="0">
                <a:effectLst/>
              </a:rPr>
              <a:t>Sistema de Alarmes</a:t>
            </a:r>
            <a:endParaRPr lang="pt-BR" sz="1300" dirty="0">
              <a:effectLst/>
            </a:endParaRPr>
          </a:p>
          <a:p>
            <a:pPr>
              <a:spcBef>
                <a:spcPts val="150"/>
              </a:spcBef>
              <a:spcAft>
                <a:spcPts val="150"/>
              </a:spcAft>
              <a:buFont typeface="Arial" panose="020B0604020202020204" pitchFamily="34" charset="0"/>
              <a:buChar char="•"/>
            </a:pPr>
            <a:r>
              <a:rPr lang="pt-BR" sz="1300" dirty="0">
                <a:effectLst/>
              </a:rPr>
              <a:t>Detecção automática de vazamentos</a:t>
            </a:r>
          </a:p>
          <a:p>
            <a:pPr>
              <a:spcBef>
                <a:spcPts val="150"/>
              </a:spcBef>
              <a:spcAft>
                <a:spcPts val="150"/>
              </a:spcAft>
              <a:buFont typeface="Arial" panose="020B0604020202020204" pitchFamily="34" charset="0"/>
              <a:buChar char="•"/>
            </a:pPr>
            <a:r>
              <a:rPr lang="pt-BR" sz="1300" dirty="0">
                <a:effectLst/>
              </a:rPr>
              <a:t>Notificações em tempo real</a:t>
            </a:r>
          </a:p>
          <a:p>
            <a:pPr>
              <a:spcBef>
                <a:spcPts val="150"/>
              </a:spcBef>
              <a:spcAft>
                <a:spcPts val="150"/>
              </a:spcAft>
              <a:buFont typeface="Arial" panose="020B0604020202020204" pitchFamily="34" charset="0"/>
              <a:buChar char="•"/>
            </a:pPr>
            <a:r>
              <a:rPr lang="pt-BR" sz="1300" dirty="0">
                <a:effectLst/>
              </a:rPr>
              <a:t>Alertas configuráveis por tipo e gravidade</a:t>
            </a:r>
          </a:p>
          <a:p>
            <a:endParaRPr lang="en-US" sz="1300" dirty="0"/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0C19AFF9-2679-CFC5-90E7-FAD89D4E8B59}"/>
              </a:ext>
            </a:extLst>
          </p:cNvPr>
          <p:cNvSpPr txBox="1"/>
          <p:nvPr/>
        </p:nvSpPr>
        <p:spPr>
          <a:xfrm>
            <a:off x="5562600" y="1424821"/>
            <a:ext cx="5118100" cy="5068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50"/>
              </a:spcBef>
              <a:spcAft>
                <a:spcPts val="150"/>
              </a:spcAft>
              <a:buFont typeface="+mj-lt"/>
              <a:buAutoNum type="arabicPeriod" startAt="6"/>
            </a:pPr>
            <a:r>
              <a:rPr lang="pt-BR" sz="1300" b="1" dirty="0">
                <a:effectLst/>
              </a:rPr>
              <a:t>Visualização Avançada</a:t>
            </a:r>
            <a:endParaRPr lang="pt-BR" sz="1300" dirty="0">
              <a:effectLst/>
            </a:endParaRPr>
          </a:p>
          <a:p>
            <a:pPr>
              <a:spcBef>
                <a:spcPts val="150"/>
              </a:spcBef>
              <a:spcAft>
                <a:spcPts val="150"/>
              </a:spcAft>
              <a:buFont typeface="Arial" panose="020B0604020202020204" pitchFamily="34" charset="0"/>
              <a:buChar char="•"/>
            </a:pPr>
            <a:r>
              <a:rPr lang="pt-BR" sz="1300" dirty="0">
                <a:effectLst/>
              </a:rPr>
              <a:t>Mapas de calor para localização</a:t>
            </a:r>
          </a:p>
          <a:p>
            <a:pPr>
              <a:spcBef>
                <a:spcPts val="150"/>
              </a:spcBef>
              <a:spcAft>
                <a:spcPts val="150"/>
              </a:spcAft>
              <a:buFont typeface="Arial" panose="020B0604020202020204" pitchFamily="34" charset="0"/>
              <a:buChar char="•"/>
            </a:pPr>
            <a:r>
              <a:rPr lang="pt-BR" sz="1300" dirty="0">
                <a:effectLst/>
              </a:rPr>
              <a:t>Visualização 3D da distribuição do vazamento</a:t>
            </a:r>
          </a:p>
          <a:p>
            <a:pPr>
              <a:spcBef>
                <a:spcPts val="150"/>
              </a:spcBef>
              <a:spcAft>
                <a:spcPts val="150"/>
              </a:spcAft>
              <a:buFont typeface="Arial" panose="020B0604020202020204" pitchFamily="34" charset="0"/>
              <a:buChar char="•"/>
            </a:pPr>
            <a:r>
              <a:rPr lang="pt-BR" sz="1300" dirty="0">
                <a:effectLst/>
              </a:rPr>
              <a:t>Comparação entre medições</a:t>
            </a:r>
          </a:p>
          <a:p>
            <a:pPr>
              <a:spcBef>
                <a:spcPts val="150"/>
              </a:spcBef>
              <a:spcAft>
                <a:spcPts val="150"/>
              </a:spcAft>
              <a:buFont typeface="+mj-lt"/>
              <a:buAutoNum type="arabicPeriod" startAt="7"/>
            </a:pPr>
            <a:r>
              <a:rPr lang="pt-BR" sz="1300" b="1" dirty="0">
                <a:effectLst/>
              </a:rPr>
              <a:t>Integração com Sistemas Externos</a:t>
            </a:r>
            <a:endParaRPr lang="pt-BR" sz="1300" dirty="0">
              <a:effectLst/>
            </a:endParaRPr>
          </a:p>
          <a:p>
            <a:pPr>
              <a:spcBef>
                <a:spcPts val="150"/>
              </a:spcBef>
              <a:spcAft>
                <a:spcPts val="150"/>
              </a:spcAft>
              <a:buFont typeface="Arial" panose="020B0604020202020204" pitchFamily="34" charset="0"/>
              <a:buChar char="•"/>
            </a:pPr>
            <a:r>
              <a:rPr lang="pt-BR" sz="1300" dirty="0">
                <a:effectLst/>
              </a:rPr>
              <a:t>API REST para integração com outros sistemas</a:t>
            </a:r>
          </a:p>
          <a:p>
            <a:pPr>
              <a:spcBef>
                <a:spcPts val="150"/>
              </a:spcBef>
              <a:spcAft>
                <a:spcPts val="150"/>
              </a:spcAft>
              <a:buFont typeface="Arial" panose="020B0604020202020204" pitchFamily="34" charset="0"/>
              <a:buChar char="•"/>
            </a:pPr>
            <a:r>
              <a:rPr lang="pt-BR" sz="1300" dirty="0">
                <a:effectLst/>
              </a:rPr>
              <a:t>Exportação para sistemas SCADA</a:t>
            </a:r>
          </a:p>
          <a:p>
            <a:pPr>
              <a:spcBef>
                <a:spcPts val="150"/>
              </a:spcBef>
              <a:spcAft>
                <a:spcPts val="150"/>
              </a:spcAft>
              <a:buFont typeface="Arial" panose="020B0604020202020204" pitchFamily="34" charset="0"/>
              <a:buChar char="•"/>
            </a:pPr>
            <a:r>
              <a:rPr lang="pt-BR" sz="1300" dirty="0">
                <a:effectLst/>
              </a:rPr>
              <a:t>Suporte para telemetria remota</a:t>
            </a:r>
          </a:p>
          <a:p>
            <a:pPr>
              <a:spcBef>
                <a:spcPts val="150"/>
              </a:spcBef>
              <a:spcAft>
                <a:spcPts val="150"/>
              </a:spcAft>
              <a:buFont typeface="+mj-lt"/>
              <a:buAutoNum type="arabicPeriod" startAt="8"/>
            </a:pPr>
            <a:r>
              <a:rPr lang="pt-BR" sz="1300" b="1" dirty="0">
                <a:effectLst/>
              </a:rPr>
              <a:t>Diagnostico e Manutenção</a:t>
            </a:r>
            <a:endParaRPr lang="pt-BR" sz="1300" dirty="0">
              <a:effectLst/>
            </a:endParaRPr>
          </a:p>
          <a:p>
            <a:pPr>
              <a:spcBef>
                <a:spcPts val="150"/>
              </a:spcBef>
              <a:spcAft>
                <a:spcPts val="150"/>
              </a:spcAft>
              <a:buFont typeface="Arial" panose="020B0604020202020204" pitchFamily="34" charset="0"/>
              <a:buChar char="•"/>
            </a:pPr>
            <a:r>
              <a:rPr lang="pt-BR" sz="1300" dirty="0">
                <a:effectLst/>
              </a:rPr>
              <a:t>Autoteste do sistema</a:t>
            </a:r>
          </a:p>
          <a:p>
            <a:pPr>
              <a:spcBef>
                <a:spcPts val="150"/>
              </a:spcBef>
              <a:spcAft>
                <a:spcPts val="150"/>
              </a:spcAft>
              <a:buFont typeface="Arial" panose="020B0604020202020204" pitchFamily="34" charset="0"/>
              <a:buChar char="•"/>
            </a:pPr>
            <a:r>
              <a:rPr lang="pt-BR" sz="1300" dirty="0">
                <a:effectLst/>
              </a:rPr>
              <a:t>Monitoramento do estado do hardware</a:t>
            </a:r>
          </a:p>
          <a:p>
            <a:pPr>
              <a:spcBef>
                <a:spcPts val="150"/>
              </a:spcBef>
              <a:spcAft>
                <a:spcPts val="150"/>
              </a:spcAft>
              <a:buFont typeface="Arial" panose="020B0604020202020204" pitchFamily="34" charset="0"/>
              <a:buChar char="•"/>
            </a:pPr>
            <a:r>
              <a:rPr lang="pt-BR" sz="1300" dirty="0">
                <a:effectLst/>
              </a:rPr>
              <a:t>Assistente de problemas comuns</a:t>
            </a:r>
          </a:p>
          <a:p>
            <a:pPr>
              <a:spcBef>
                <a:spcPts val="150"/>
              </a:spcBef>
              <a:spcAft>
                <a:spcPts val="150"/>
              </a:spcAft>
              <a:buFont typeface="+mj-lt"/>
              <a:buAutoNum type="arabicPeriod" startAt="9"/>
            </a:pPr>
            <a:r>
              <a:rPr lang="pt-BR" sz="1300" b="1" dirty="0">
                <a:effectLst/>
              </a:rPr>
              <a:t>Ferramentas de IA</a:t>
            </a:r>
            <a:endParaRPr lang="pt-BR" sz="1300" dirty="0">
              <a:effectLst/>
            </a:endParaRPr>
          </a:p>
          <a:p>
            <a:pPr>
              <a:spcBef>
                <a:spcPts val="150"/>
              </a:spcBef>
              <a:spcAft>
                <a:spcPts val="150"/>
              </a:spcAft>
              <a:buFont typeface="Arial" panose="020B0604020202020204" pitchFamily="34" charset="0"/>
              <a:buChar char="•"/>
            </a:pPr>
            <a:r>
              <a:rPr lang="pt-BR" sz="1300" dirty="0">
                <a:effectLst/>
              </a:rPr>
              <a:t>Classificação automática de tipos de vazamento</a:t>
            </a:r>
          </a:p>
          <a:p>
            <a:pPr>
              <a:spcBef>
                <a:spcPts val="150"/>
              </a:spcBef>
              <a:spcAft>
                <a:spcPts val="150"/>
              </a:spcAft>
              <a:buFont typeface="Arial" panose="020B0604020202020204" pitchFamily="34" charset="0"/>
              <a:buChar char="•"/>
            </a:pPr>
            <a:r>
              <a:rPr lang="pt-BR" sz="1300" dirty="0">
                <a:effectLst/>
              </a:rPr>
              <a:t>Previsão de comportamento</a:t>
            </a:r>
          </a:p>
          <a:p>
            <a:pPr>
              <a:spcBef>
                <a:spcPts val="150"/>
              </a:spcBef>
              <a:spcAft>
                <a:spcPts val="150"/>
              </a:spcAft>
              <a:buFont typeface="Arial" panose="020B0604020202020204" pitchFamily="34" charset="0"/>
              <a:buChar char="•"/>
            </a:pPr>
            <a:r>
              <a:rPr lang="pt-BR" sz="1300" dirty="0">
                <a:effectLst/>
              </a:rPr>
              <a:t>Aprendizado a partir de casos anteriores</a:t>
            </a:r>
          </a:p>
          <a:p>
            <a:pPr>
              <a:spcBef>
                <a:spcPts val="150"/>
              </a:spcBef>
              <a:spcAft>
                <a:spcPts val="150"/>
              </a:spcAft>
              <a:buFont typeface="+mj-lt"/>
              <a:buAutoNum type="arabicPeriod" startAt="10"/>
            </a:pPr>
            <a:r>
              <a:rPr lang="pt-BR" sz="1300" b="1" dirty="0">
                <a:effectLst/>
              </a:rPr>
              <a:t>Interface Responsiva</a:t>
            </a:r>
            <a:endParaRPr lang="pt-BR" sz="1300" dirty="0">
              <a:effectLst/>
            </a:endParaRPr>
          </a:p>
          <a:p>
            <a:pPr>
              <a:spcBef>
                <a:spcPts val="150"/>
              </a:spcBef>
              <a:spcAft>
                <a:spcPts val="150"/>
              </a:spcAft>
              <a:buFont typeface="Arial" panose="020B0604020202020204" pitchFamily="34" charset="0"/>
              <a:buChar char="•"/>
            </a:pPr>
            <a:r>
              <a:rPr lang="pt-BR" sz="1300" dirty="0">
                <a:effectLst/>
              </a:rPr>
              <a:t>Otimização para diferentes tamanhos de tela</a:t>
            </a:r>
          </a:p>
          <a:p>
            <a:pPr>
              <a:spcBef>
                <a:spcPts val="150"/>
              </a:spcBef>
              <a:spcAft>
                <a:spcPts val="150"/>
              </a:spcAft>
              <a:buFont typeface="Arial" panose="020B0604020202020204" pitchFamily="34" charset="0"/>
              <a:buChar char="•"/>
            </a:pPr>
            <a:r>
              <a:rPr lang="pt-BR" sz="1300" dirty="0">
                <a:effectLst/>
              </a:rPr>
              <a:t>Versão mobile para monitoramento em campo</a:t>
            </a:r>
          </a:p>
          <a:p>
            <a:pPr>
              <a:spcBef>
                <a:spcPts val="150"/>
              </a:spcBef>
              <a:spcAft>
                <a:spcPts val="150"/>
              </a:spcAft>
              <a:buFont typeface="Arial" panose="020B0604020202020204" pitchFamily="34" charset="0"/>
              <a:buChar char="•"/>
            </a:pPr>
            <a:r>
              <a:rPr lang="pt-BR" sz="1300" dirty="0">
                <a:effectLst/>
              </a:rPr>
              <a:t>Temas claro/escuro</a:t>
            </a:r>
          </a:p>
        </p:txBody>
      </p:sp>
    </p:spTree>
    <p:extLst>
      <p:ext uri="{BB962C8B-B14F-4D97-AF65-F5344CB8AC3E}">
        <p14:creationId xmlns:p14="http://schemas.microsoft.com/office/powerpoint/2010/main" val="276779204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143E10D-DFFB-7C4B-DA56-D91BF4DCA5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Diagrama da interface Gráfica</a:t>
            </a:r>
            <a:endParaRPr lang="en-US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A1401CA1-0488-0A90-839C-1A0B627EA91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0EDE7B2B-EFED-7680-26E1-00FB4636954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690688"/>
            <a:ext cx="7315200" cy="50615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774565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88BAA12-842D-E7D4-21E1-DEAD2342DA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Sprint de desenvolvimento</a:t>
            </a:r>
            <a:endParaRPr lang="en-US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D4B1D64-5F63-AA8E-8E19-C7B6721F36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Sprint 1: </a:t>
            </a:r>
            <a:r>
              <a:rPr lang="en-US" dirty="0" err="1"/>
              <a:t>Arquitetura</a:t>
            </a:r>
            <a:r>
              <a:rPr lang="en-US" dirty="0"/>
              <a:t> Base ► Sprint 2: </a:t>
            </a:r>
            <a:r>
              <a:rPr lang="en-US" dirty="0" err="1"/>
              <a:t>Funcionalidades</a:t>
            </a:r>
            <a:r>
              <a:rPr lang="en-US" dirty="0"/>
              <a:t> Core ► Sprint 3: </a:t>
            </a:r>
            <a:r>
              <a:rPr lang="en-US" dirty="0" err="1"/>
              <a:t>Processamento</a:t>
            </a:r>
            <a:r>
              <a:rPr lang="en-US" dirty="0"/>
              <a:t> ► Sprint 4: UI </a:t>
            </a:r>
            <a:r>
              <a:rPr lang="en-US" dirty="0" err="1"/>
              <a:t>Avançada</a:t>
            </a:r>
            <a:r>
              <a:rPr lang="en-US" dirty="0"/>
              <a:t> ► Sprint 5: </a:t>
            </a:r>
            <a:r>
              <a:rPr lang="en-US" dirty="0" err="1"/>
              <a:t>Integrações</a:t>
            </a:r>
            <a:r>
              <a:rPr lang="en-US" dirty="0"/>
              <a:t> ► Sprint 6: Testes e </a:t>
            </a:r>
            <a:r>
              <a:rPr lang="en-US" dirty="0" err="1"/>
              <a:t>Polimento</a:t>
            </a:r>
            <a:endParaRPr lang="en-US" dirty="0"/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A86CC708-E429-A777-CD3C-C8874F19E19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87234" y="3673383"/>
            <a:ext cx="7939366" cy="26148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2724175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37</TotalTime>
  <Words>305</Words>
  <Application>Microsoft Office PowerPoint</Application>
  <PresentationFormat>Widescreen</PresentationFormat>
  <Paragraphs>64</Paragraphs>
  <Slides>7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7</vt:i4>
      </vt:variant>
    </vt:vector>
  </HeadingPairs>
  <TitlesOfParts>
    <vt:vector size="13" baseType="lpstr">
      <vt:lpstr>Aptos</vt:lpstr>
      <vt:lpstr>Aptos Display</vt:lpstr>
      <vt:lpstr>Arial</vt:lpstr>
      <vt:lpstr>Segoe WPC</vt:lpstr>
      <vt:lpstr>source-serif-pro</vt:lpstr>
      <vt:lpstr>Tema do Office</vt:lpstr>
      <vt:lpstr>Optical Acoustic Sensor</vt:lpstr>
      <vt:lpstr>Arquitetura em Camadas (MVC)</vt:lpstr>
      <vt:lpstr>2. Estrutura de Módulos </vt:lpstr>
      <vt:lpstr>Fluxo de Funcionamento</vt:lpstr>
      <vt:lpstr>Funcionalidades a Adicionar</vt:lpstr>
      <vt:lpstr>Diagrama da interface Gráfica</vt:lpstr>
      <vt:lpstr>Sprint de desenvolvimento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Leandro M Machado</dc:creator>
  <cp:lastModifiedBy>Leandro M Machado</cp:lastModifiedBy>
  <cp:revision>1</cp:revision>
  <dcterms:created xsi:type="dcterms:W3CDTF">2025-04-28T13:13:08Z</dcterms:created>
  <dcterms:modified xsi:type="dcterms:W3CDTF">2025-04-28T13:50:49Z</dcterms:modified>
</cp:coreProperties>
</file>